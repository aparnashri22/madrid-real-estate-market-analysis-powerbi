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6" r:id="rId2"/>
    <p:sldId id="257" r:id="rId3"/>
    <p:sldId id="258" r:id="rId4"/>
    <p:sldId id="271" r:id="rId5"/>
    <p:sldId id="260" r:id="rId6"/>
    <p:sldId id="259" r:id="rId7"/>
    <p:sldId id="261" r:id="rId8"/>
    <p:sldId id="265" r:id="rId9"/>
    <p:sldId id="266" r:id="rId10"/>
    <p:sldId id="267" r:id="rId11"/>
    <p:sldId id="268" r:id="rId12"/>
    <p:sldId id="269" r:id="rId13"/>
    <p:sldId id="270" r:id="rId14"/>
    <p:sldId id="262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0b3fa24a2acc92f2" providerId="LiveId" clId="{B33DDAAA-4001-4036-8063-C08CD939DC77}"/>
    <pc:docChg chg="undo custSel addSld delSld modSld sldOrd">
      <pc:chgData name="" userId="0b3fa24a2acc92f2" providerId="LiveId" clId="{B33DDAAA-4001-4036-8063-C08CD939DC77}" dt="2026-06-25T15:00:02.152" v="1746" actId="1076"/>
      <pc:docMkLst>
        <pc:docMk/>
      </pc:docMkLst>
      <pc:sldChg chg="addSp delSp modSp">
        <pc:chgData name="" userId="0b3fa24a2acc92f2" providerId="LiveId" clId="{B33DDAAA-4001-4036-8063-C08CD939DC77}" dt="2026-06-25T10:48:11.788" v="671" actId="1076"/>
        <pc:sldMkLst>
          <pc:docMk/>
          <pc:sldMk cId="2700037650" sldId="257"/>
        </pc:sldMkLst>
        <pc:spChg chg="add mod">
          <ac:chgData name="" userId="0b3fa24a2acc92f2" providerId="LiveId" clId="{B33DDAAA-4001-4036-8063-C08CD939DC77}" dt="2026-06-25T10:48:05.435" v="670" actId="1076"/>
          <ac:spMkLst>
            <pc:docMk/>
            <pc:sldMk cId="2700037650" sldId="257"/>
            <ac:spMk id="2" creationId="{2E39D132-908F-401E-90D5-405C2D2D87D3}"/>
          </ac:spMkLst>
        </pc:spChg>
        <pc:spChg chg="del mod">
          <ac:chgData name="" userId="0b3fa24a2acc92f2" providerId="LiveId" clId="{B33DDAAA-4001-4036-8063-C08CD939DC77}" dt="2026-05-25T04:28:03.619" v="1" actId="478"/>
          <ac:spMkLst>
            <pc:docMk/>
            <pc:sldMk cId="2700037650" sldId="257"/>
            <ac:spMk id="2" creationId="{830DC67C-581C-444A-BB88-DA128E530300}"/>
          </ac:spMkLst>
        </pc:spChg>
        <pc:spChg chg="add mod">
          <ac:chgData name="" userId="0b3fa24a2acc92f2" providerId="LiveId" clId="{B33DDAAA-4001-4036-8063-C08CD939DC77}" dt="2026-06-25T10:47:31.731" v="663" actId="1076"/>
          <ac:spMkLst>
            <pc:docMk/>
            <pc:sldMk cId="2700037650" sldId="257"/>
            <ac:spMk id="3" creationId="{04AC5BD3-E97D-4FA7-ABA6-8BED1E39144B}"/>
          </ac:spMkLst>
        </pc:spChg>
        <pc:spChg chg="add mod">
          <ac:chgData name="" userId="0b3fa24a2acc92f2" providerId="LiveId" clId="{B33DDAAA-4001-4036-8063-C08CD939DC77}" dt="2026-06-25T10:47:43.414" v="664" actId="1076"/>
          <ac:spMkLst>
            <pc:docMk/>
            <pc:sldMk cId="2700037650" sldId="257"/>
            <ac:spMk id="4" creationId="{F8491B6A-9F2E-480E-9F74-C8F19D950C35}"/>
          </ac:spMkLst>
        </pc:spChg>
        <pc:spChg chg="add mod">
          <ac:chgData name="" userId="0b3fa24a2acc92f2" providerId="LiveId" clId="{B33DDAAA-4001-4036-8063-C08CD939DC77}" dt="2026-06-25T10:48:11.788" v="671" actId="1076"/>
          <ac:spMkLst>
            <pc:docMk/>
            <pc:sldMk cId="2700037650" sldId="257"/>
            <ac:spMk id="5" creationId="{7E78D6FE-EE29-48AC-AED1-7FE9A4A8042B}"/>
          </ac:spMkLst>
        </pc:spChg>
        <pc:spChg chg="add mod">
          <ac:chgData name="" userId="0b3fa24a2acc92f2" providerId="LiveId" clId="{B33DDAAA-4001-4036-8063-C08CD939DC77}" dt="2026-06-25T10:47:57.182" v="667" actId="1076"/>
          <ac:spMkLst>
            <pc:docMk/>
            <pc:sldMk cId="2700037650" sldId="257"/>
            <ac:spMk id="6" creationId="{87496F42-4874-49C0-B8CC-C4611044B9E4}"/>
          </ac:spMkLst>
        </pc:spChg>
      </pc:sldChg>
      <pc:sldChg chg="addSp delSp modSp">
        <pc:chgData name="" userId="0b3fa24a2acc92f2" providerId="LiveId" clId="{B33DDAAA-4001-4036-8063-C08CD939DC77}" dt="2026-06-25T14:42:25.693" v="1398" actId="20577"/>
        <pc:sldMkLst>
          <pc:docMk/>
          <pc:sldMk cId="3855743701" sldId="258"/>
        </pc:sldMkLst>
        <pc:spChg chg="del">
          <ac:chgData name="" userId="0b3fa24a2acc92f2" providerId="LiveId" clId="{B33DDAAA-4001-4036-8063-C08CD939DC77}" dt="2026-05-25T04:31:05.031" v="28" actId="478"/>
          <ac:spMkLst>
            <pc:docMk/>
            <pc:sldMk cId="3855743701" sldId="258"/>
            <ac:spMk id="2" creationId="{39A1CE69-8F5B-4BC5-BE53-F1D95FA70D04}"/>
          </ac:spMkLst>
        </pc:spChg>
        <pc:spChg chg="add mod">
          <ac:chgData name="" userId="0b3fa24a2acc92f2" providerId="LiveId" clId="{B33DDAAA-4001-4036-8063-C08CD939DC77}" dt="2026-06-25T14:42:25.693" v="1398" actId="20577"/>
          <ac:spMkLst>
            <pc:docMk/>
            <pc:sldMk cId="3855743701" sldId="258"/>
            <ac:spMk id="2" creationId="{880280E0-A612-4869-9796-D0CFD4059EAF}"/>
          </ac:spMkLst>
        </pc:spChg>
        <pc:spChg chg="del">
          <ac:chgData name="" userId="0b3fa24a2acc92f2" providerId="LiveId" clId="{B33DDAAA-4001-4036-8063-C08CD939DC77}" dt="2026-05-25T04:31:10.301" v="29" actId="478"/>
          <ac:spMkLst>
            <pc:docMk/>
            <pc:sldMk cId="3855743701" sldId="258"/>
            <ac:spMk id="3" creationId="{E14234B6-81DF-422C-B193-CC2760F52C69}"/>
          </ac:spMkLst>
        </pc:spChg>
        <pc:spChg chg="add mod">
          <ac:chgData name="" userId="0b3fa24a2acc92f2" providerId="LiveId" clId="{B33DDAAA-4001-4036-8063-C08CD939DC77}" dt="2026-06-25T14:37:23.013" v="1258" actId="1076"/>
          <ac:spMkLst>
            <pc:docMk/>
            <pc:sldMk cId="3855743701" sldId="258"/>
            <ac:spMk id="4" creationId="{EE701CEF-00AE-4AE9-BCC3-826433C03D05}"/>
          </ac:spMkLst>
        </pc:spChg>
      </pc:sldChg>
      <pc:sldChg chg="addSp delSp modSp ord">
        <pc:chgData name="" userId="0b3fa24a2acc92f2" providerId="LiveId" clId="{B33DDAAA-4001-4036-8063-C08CD939DC77}" dt="2026-06-09T14:27:28.942" v="567"/>
        <pc:sldMkLst>
          <pc:docMk/>
          <pc:sldMk cId="1257515510" sldId="259"/>
        </pc:sldMkLst>
        <pc:spChg chg="del">
          <ac:chgData name="" userId="0b3fa24a2acc92f2" providerId="LiveId" clId="{B33DDAAA-4001-4036-8063-C08CD939DC77}" dt="2026-05-25T04:33:02.164" v="37" actId="478"/>
          <ac:spMkLst>
            <pc:docMk/>
            <pc:sldMk cId="1257515510" sldId="259"/>
            <ac:spMk id="2" creationId="{69491178-52A1-4587-AEF1-5272A7C2E517}"/>
          </ac:spMkLst>
        </pc:spChg>
        <pc:spChg chg="del">
          <ac:chgData name="" userId="0b3fa24a2acc92f2" providerId="LiveId" clId="{B33DDAAA-4001-4036-8063-C08CD939DC77}" dt="2026-05-25T04:33:06.340" v="38" actId="478"/>
          <ac:spMkLst>
            <pc:docMk/>
            <pc:sldMk cId="1257515510" sldId="259"/>
            <ac:spMk id="4" creationId="{3FA8F6CD-749F-4314-8C2D-271B42756A0A}"/>
          </ac:spMkLst>
        </pc:spChg>
        <pc:spChg chg="add mod">
          <ac:chgData name="" userId="0b3fa24a2acc92f2" providerId="LiveId" clId="{B33DDAAA-4001-4036-8063-C08CD939DC77}" dt="2026-05-25T04:33:49.820" v="46" actId="255"/>
          <ac:spMkLst>
            <pc:docMk/>
            <pc:sldMk cId="1257515510" sldId="259"/>
            <ac:spMk id="5" creationId="{794F528D-0183-4727-BDE4-6C3DF42A7EAF}"/>
          </ac:spMkLst>
        </pc:spChg>
        <pc:graphicFrameChg chg="add mod modGraphic">
          <ac:chgData name="" userId="0b3fa24a2acc92f2" providerId="LiveId" clId="{B33DDAAA-4001-4036-8063-C08CD939DC77}" dt="2026-05-25T04:36:22.504" v="70" actId="14100"/>
          <ac:graphicFrameMkLst>
            <pc:docMk/>
            <pc:sldMk cId="1257515510" sldId="259"/>
            <ac:graphicFrameMk id="3" creationId="{9C283B65-27E1-451A-BB24-5D70899FC9B4}"/>
          </ac:graphicFrameMkLst>
        </pc:graphicFrameChg>
      </pc:sldChg>
      <pc:sldChg chg="addSp delSp modSp setBg">
        <pc:chgData name="" userId="0b3fa24a2acc92f2" providerId="LiveId" clId="{B33DDAAA-4001-4036-8063-C08CD939DC77}" dt="2026-06-25T12:28:45.346" v="927" actId="339"/>
        <pc:sldMkLst>
          <pc:docMk/>
          <pc:sldMk cId="2822408812" sldId="260"/>
        </pc:sldMkLst>
        <pc:spChg chg="del">
          <ac:chgData name="" userId="0b3fa24a2acc92f2" providerId="LiveId" clId="{B33DDAAA-4001-4036-8063-C08CD939DC77}" dt="2026-05-25T04:37:10.620" v="71" actId="478"/>
          <ac:spMkLst>
            <pc:docMk/>
            <pc:sldMk cId="2822408812" sldId="260"/>
            <ac:spMk id="2" creationId="{722BDD27-7558-46F8-9BB7-4F2E08C13546}"/>
          </ac:spMkLst>
        </pc:spChg>
        <pc:spChg chg="add mod">
          <ac:chgData name="" userId="0b3fa24a2acc92f2" providerId="LiveId" clId="{B33DDAAA-4001-4036-8063-C08CD939DC77}" dt="2026-06-25T12:28:45.346" v="927" actId="339"/>
          <ac:spMkLst>
            <pc:docMk/>
            <pc:sldMk cId="2822408812" sldId="260"/>
            <ac:spMk id="2" creationId="{8A6D2C5A-26C3-4A1B-911B-B73BD146F7F8}"/>
          </ac:spMkLst>
        </pc:spChg>
        <pc:spChg chg="add mod">
          <ac:chgData name="" userId="0b3fa24a2acc92f2" providerId="LiveId" clId="{B33DDAAA-4001-4036-8063-C08CD939DC77}" dt="2026-05-25T04:38:23.751" v="120" actId="1076"/>
          <ac:spMkLst>
            <pc:docMk/>
            <pc:sldMk cId="2822408812" sldId="260"/>
            <ac:spMk id="3" creationId="{4D1F330B-595F-42F6-97D6-A73EC51A0360}"/>
          </ac:spMkLst>
        </pc:spChg>
        <pc:spChg chg="del">
          <ac:chgData name="" userId="0b3fa24a2acc92f2" providerId="LiveId" clId="{B33DDAAA-4001-4036-8063-C08CD939DC77}" dt="2026-05-25T04:37:14.946" v="72" actId="478"/>
          <ac:spMkLst>
            <pc:docMk/>
            <pc:sldMk cId="2822408812" sldId="260"/>
            <ac:spMk id="4" creationId="{F04804B4-679A-4506-AE6F-80ACA6451FEF}"/>
          </ac:spMkLst>
        </pc:spChg>
        <pc:spChg chg="add del mod">
          <ac:chgData name="" userId="0b3fa24a2acc92f2" providerId="LiveId" clId="{B33DDAAA-4001-4036-8063-C08CD939DC77}" dt="2026-05-25T04:38:31.215" v="122" actId="478"/>
          <ac:spMkLst>
            <pc:docMk/>
            <pc:sldMk cId="2822408812" sldId="260"/>
            <ac:spMk id="5" creationId="{D6461AA6-C234-4352-9FAF-5B4CD81B7C4D}"/>
          </ac:spMkLst>
        </pc:spChg>
        <pc:spChg chg="add del mod">
          <ac:chgData name="" userId="0b3fa24a2acc92f2" providerId="LiveId" clId="{B33DDAAA-4001-4036-8063-C08CD939DC77}" dt="2026-06-25T12:16:47.680" v="697" actId="478"/>
          <ac:spMkLst>
            <pc:docMk/>
            <pc:sldMk cId="2822408812" sldId="260"/>
            <ac:spMk id="6" creationId="{9764B956-3785-45C1-8271-6AB557162020}"/>
          </ac:spMkLst>
        </pc:spChg>
        <pc:spChg chg="add del mod">
          <ac:chgData name="" userId="0b3fa24a2acc92f2" providerId="LiveId" clId="{B33DDAAA-4001-4036-8063-C08CD939DC77}" dt="2026-05-25T04:38:56.315" v="126" actId="478"/>
          <ac:spMkLst>
            <pc:docMk/>
            <pc:sldMk cId="2822408812" sldId="260"/>
            <ac:spMk id="7" creationId="{359763F6-498A-4F69-9904-ACB8BEA74BF4}"/>
          </ac:spMkLst>
        </pc:spChg>
        <pc:spChg chg="add del mod">
          <ac:chgData name="" userId="0b3fa24a2acc92f2" providerId="LiveId" clId="{B33DDAAA-4001-4036-8063-C08CD939DC77}" dt="2026-06-25T12:17:00.079" v="700" actId="478"/>
          <ac:spMkLst>
            <pc:docMk/>
            <pc:sldMk cId="2822408812" sldId="260"/>
            <ac:spMk id="8" creationId="{6EE584CA-95F9-4A86-8D3F-2AD0B7742715}"/>
          </ac:spMkLst>
        </pc:spChg>
        <pc:picChg chg="add mod">
          <ac:chgData name="" userId="0b3fa24a2acc92f2" providerId="LiveId" clId="{B33DDAAA-4001-4036-8063-C08CD939DC77}" dt="2026-06-25T12:20:50.278" v="902"/>
          <ac:picMkLst>
            <pc:docMk/>
            <pc:sldMk cId="2822408812" sldId="260"/>
            <ac:picMk id="10" creationId="{D021CED4-0919-4175-8925-C5BC9FC92BB4}"/>
          </ac:picMkLst>
        </pc:picChg>
      </pc:sldChg>
      <pc:sldChg chg="addSp delSp modSp">
        <pc:chgData name="" userId="0b3fa24a2acc92f2" providerId="LiveId" clId="{B33DDAAA-4001-4036-8063-C08CD939DC77}" dt="2026-06-25T12:33:52.253" v="942" actId="1076"/>
        <pc:sldMkLst>
          <pc:docMk/>
          <pc:sldMk cId="1463374266" sldId="261"/>
        </pc:sldMkLst>
        <pc:spChg chg="add mod">
          <ac:chgData name="" userId="0b3fa24a2acc92f2" providerId="LiveId" clId="{B33DDAAA-4001-4036-8063-C08CD939DC77}" dt="2026-06-25T12:33:52.253" v="942" actId="1076"/>
          <ac:spMkLst>
            <pc:docMk/>
            <pc:sldMk cId="1463374266" sldId="261"/>
            <ac:spMk id="2" creationId="{11F1A240-4C11-4222-9D86-48472CCB2CEF}"/>
          </ac:spMkLst>
        </pc:spChg>
        <pc:spChg chg="del">
          <ac:chgData name="" userId="0b3fa24a2acc92f2" providerId="LiveId" clId="{B33DDAAA-4001-4036-8063-C08CD939DC77}" dt="2026-05-25T04:44:44.667" v="162" actId="478"/>
          <ac:spMkLst>
            <pc:docMk/>
            <pc:sldMk cId="1463374266" sldId="261"/>
            <ac:spMk id="2" creationId="{B2528005-3C6E-41DE-AA6E-1924701BB3D4}"/>
          </ac:spMkLst>
        </pc:spChg>
        <pc:spChg chg="add mod">
          <ac:chgData name="" userId="0b3fa24a2acc92f2" providerId="LiveId" clId="{B33DDAAA-4001-4036-8063-C08CD939DC77}" dt="2026-05-25T04:52:26.484" v="202" actId="1076"/>
          <ac:spMkLst>
            <pc:docMk/>
            <pc:sldMk cId="1463374266" sldId="261"/>
            <ac:spMk id="3" creationId="{D3D3B53E-5B50-497F-8F3D-0BB9C25A08E4}"/>
          </ac:spMkLst>
        </pc:spChg>
        <pc:spChg chg="add del mod">
          <ac:chgData name="" userId="0b3fa24a2acc92f2" providerId="LiveId" clId="{B33DDAAA-4001-4036-8063-C08CD939DC77}" dt="2026-05-25T04:45:06.860" v="168" actId="478"/>
          <ac:spMkLst>
            <pc:docMk/>
            <pc:sldMk cId="1463374266" sldId="261"/>
            <ac:spMk id="4" creationId="{54E173F5-02DF-4B5B-B6BF-F4DC4397AC51}"/>
          </ac:spMkLst>
        </pc:spChg>
        <pc:spChg chg="add del mod">
          <ac:chgData name="" userId="0b3fa24a2acc92f2" providerId="LiveId" clId="{B33DDAAA-4001-4036-8063-C08CD939DC77}" dt="2026-06-25T12:33:14.444" v="931" actId="478"/>
          <ac:spMkLst>
            <pc:docMk/>
            <pc:sldMk cId="1463374266" sldId="261"/>
            <ac:spMk id="5" creationId="{02DE38DA-6A80-47F9-BD7A-A106E7632302}"/>
          </ac:spMkLst>
        </pc:spChg>
        <pc:spChg chg="add del mod">
          <ac:chgData name="" userId="0b3fa24a2acc92f2" providerId="LiveId" clId="{B33DDAAA-4001-4036-8063-C08CD939DC77}" dt="2026-06-25T12:33:11.622" v="930" actId="478"/>
          <ac:spMkLst>
            <pc:docMk/>
            <pc:sldMk cId="1463374266" sldId="261"/>
            <ac:spMk id="6" creationId="{44705CA2-732E-4021-B54A-7ECC346F2004}"/>
          </ac:spMkLst>
        </pc:spChg>
        <pc:picChg chg="add mod">
          <ac:chgData name="" userId="0b3fa24a2acc92f2" providerId="LiveId" clId="{B33DDAAA-4001-4036-8063-C08CD939DC77}" dt="2026-05-25T14:36:10.654" v="531" actId="1076"/>
          <ac:picMkLst>
            <pc:docMk/>
            <pc:sldMk cId="1463374266" sldId="261"/>
            <ac:picMk id="4" creationId="{F5FD8BA9-26EC-4A71-9293-3055DA2DD1BE}"/>
          </ac:picMkLst>
        </pc:picChg>
        <pc:picChg chg="add del mod">
          <ac:chgData name="" userId="0b3fa24a2acc92f2" providerId="LiveId" clId="{B33DDAAA-4001-4036-8063-C08CD939DC77}" dt="2026-05-25T14:36:05.301" v="530" actId="478"/>
          <ac:picMkLst>
            <pc:docMk/>
            <pc:sldMk cId="1463374266" sldId="261"/>
            <ac:picMk id="8" creationId="{40EE9727-C4FA-4D72-9F1C-CABB2338F464}"/>
          </ac:picMkLst>
        </pc:picChg>
      </pc:sldChg>
      <pc:sldChg chg="addSp delSp modSp">
        <pc:chgData name="" userId="0b3fa24a2acc92f2" providerId="LiveId" clId="{B33DDAAA-4001-4036-8063-C08CD939DC77}" dt="2026-06-25T14:22:00.984" v="1221" actId="1076"/>
        <pc:sldMkLst>
          <pc:docMk/>
          <pc:sldMk cId="4059028415" sldId="262"/>
        </pc:sldMkLst>
        <pc:spChg chg="mod">
          <ac:chgData name="" userId="0b3fa24a2acc92f2" providerId="LiveId" clId="{B33DDAAA-4001-4036-8063-C08CD939DC77}" dt="2026-06-25T14:21:46.433" v="1216" actId="255"/>
          <ac:spMkLst>
            <pc:docMk/>
            <pc:sldMk cId="4059028415" sldId="262"/>
            <ac:spMk id="2" creationId="{CA1CA118-6394-490A-9E87-AD1A7145559C}"/>
          </ac:spMkLst>
        </pc:spChg>
        <pc:spChg chg="add del mod">
          <ac:chgData name="" userId="0b3fa24a2acc92f2" providerId="LiveId" clId="{B33DDAAA-4001-4036-8063-C08CD939DC77}" dt="2026-06-25T14:21:18.062" v="1209" actId="478"/>
          <ac:spMkLst>
            <pc:docMk/>
            <pc:sldMk cId="4059028415" sldId="262"/>
            <ac:spMk id="3" creationId="{DD2CF656-2D06-4F7F-A4C3-446869A08E6B}"/>
          </ac:spMkLst>
        </pc:spChg>
        <pc:spChg chg="add mod">
          <ac:chgData name="" userId="0b3fa24a2acc92f2" providerId="LiveId" clId="{B33DDAAA-4001-4036-8063-C08CD939DC77}" dt="2026-06-25T14:21:49.543" v="1217" actId="1076"/>
          <ac:spMkLst>
            <pc:docMk/>
            <pc:sldMk cId="4059028415" sldId="262"/>
            <ac:spMk id="4" creationId="{E5813BF5-09DD-42B2-BDEB-F7379EC8FBE5}"/>
          </ac:spMkLst>
        </pc:spChg>
        <pc:spChg chg="add mod">
          <ac:chgData name="" userId="0b3fa24a2acc92f2" providerId="LiveId" clId="{B33DDAAA-4001-4036-8063-C08CD939DC77}" dt="2026-06-25T14:22:00.984" v="1221" actId="1076"/>
          <ac:spMkLst>
            <pc:docMk/>
            <pc:sldMk cId="4059028415" sldId="262"/>
            <ac:spMk id="5" creationId="{E83D085C-23F5-487C-BF3E-F3342591DC6D}"/>
          </ac:spMkLst>
        </pc:spChg>
        <pc:spChg chg="add mod">
          <ac:chgData name="" userId="0b3fa24a2acc92f2" providerId="LiveId" clId="{B33DDAAA-4001-4036-8063-C08CD939DC77}" dt="2026-06-25T14:21:52.413" v="1218" actId="1076"/>
          <ac:spMkLst>
            <pc:docMk/>
            <pc:sldMk cId="4059028415" sldId="262"/>
            <ac:spMk id="6" creationId="{47F14EBE-4468-45C6-B7AF-6952C343B40B}"/>
          </ac:spMkLst>
        </pc:spChg>
        <pc:spChg chg="add mod">
          <ac:chgData name="" userId="0b3fa24a2acc92f2" providerId="LiveId" clId="{B33DDAAA-4001-4036-8063-C08CD939DC77}" dt="2026-06-25T14:21:57.401" v="1220" actId="1076"/>
          <ac:spMkLst>
            <pc:docMk/>
            <pc:sldMk cId="4059028415" sldId="262"/>
            <ac:spMk id="7" creationId="{53187200-DEA6-4025-A41C-823AE6F4C23D}"/>
          </ac:spMkLst>
        </pc:spChg>
        <pc:spChg chg="add mod">
          <ac:chgData name="" userId="0b3fa24a2acc92f2" providerId="LiveId" clId="{B33DDAAA-4001-4036-8063-C08CD939DC77}" dt="2026-06-25T14:21:54.921" v="1219" actId="1076"/>
          <ac:spMkLst>
            <pc:docMk/>
            <pc:sldMk cId="4059028415" sldId="262"/>
            <ac:spMk id="8" creationId="{F203148F-9E75-41FF-ACD4-E6779E64D962}"/>
          </ac:spMkLst>
        </pc:spChg>
      </pc:sldChg>
      <pc:sldChg chg="addSp delSp modSp">
        <pc:chgData name="" userId="0b3fa24a2acc92f2" providerId="LiveId" clId="{B33DDAAA-4001-4036-8063-C08CD939DC77}" dt="2026-06-25T14:24:48.333" v="1247" actId="20577"/>
        <pc:sldMkLst>
          <pc:docMk/>
          <pc:sldMk cId="4163942720" sldId="263"/>
        </pc:sldMkLst>
        <pc:spChg chg="mod">
          <ac:chgData name="" userId="0b3fa24a2acc92f2" providerId="LiveId" clId="{B33DDAAA-4001-4036-8063-C08CD939DC77}" dt="2026-06-25T14:23:07.161" v="1222" actId="6549"/>
          <ac:spMkLst>
            <pc:docMk/>
            <pc:sldMk cId="4163942720" sldId="263"/>
            <ac:spMk id="2" creationId="{2A1311C9-B42A-4AAA-8546-50CCC378C421}"/>
          </ac:spMkLst>
        </pc:spChg>
        <pc:spChg chg="add del mod">
          <ac:chgData name="" userId="0b3fa24a2acc92f2" providerId="LiveId" clId="{B33DDAAA-4001-4036-8063-C08CD939DC77}" dt="2026-06-25T14:23:16.689" v="1225" actId="478"/>
          <ac:spMkLst>
            <pc:docMk/>
            <pc:sldMk cId="4163942720" sldId="263"/>
            <ac:spMk id="3" creationId="{D212FA55-ED24-412F-B58F-3A5087B3D354}"/>
          </ac:spMkLst>
        </pc:spChg>
        <pc:spChg chg="add mod">
          <ac:chgData name="" userId="0b3fa24a2acc92f2" providerId="LiveId" clId="{B33DDAAA-4001-4036-8063-C08CD939DC77}" dt="2026-06-25T14:24:48.333" v="1247" actId="20577"/>
          <ac:spMkLst>
            <pc:docMk/>
            <pc:sldMk cId="4163942720" sldId="263"/>
            <ac:spMk id="4" creationId="{CA463701-5CD2-4D43-8409-6FE8788633D4}"/>
          </ac:spMkLst>
        </pc:spChg>
        <pc:spChg chg="add mod ord">
          <ac:chgData name="" userId="0b3fa24a2acc92f2" providerId="LiveId" clId="{B33DDAAA-4001-4036-8063-C08CD939DC77}" dt="2026-06-25T14:24:09.466" v="1232" actId="14100"/>
          <ac:spMkLst>
            <pc:docMk/>
            <pc:sldMk cId="4163942720" sldId="263"/>
            <ac:spMk id="5" creationId="{F153D260-6930-48C9-9618-F65042BBE4D5}"/>
          </ac:spMkLst>
        </pc:spChg>
      </pc:sldChg>
      <pc:sldChg chg="addSp delSp modSp add">
        <pc:chgData name="" userId="0b3fa24a2acc92f2" providerId="LiveId" clId="{B33DDAAA-4001-4036-8063-C08CD939DC77}" dt="2026-06-25T12:56:55.040" v="1001" actId="1076"/>
        <pc:sldMkLst>
          <pc:docMk/>
          <pc:sldMk cId="4010929923" sldId="265"/>
        </pc:sldMkLst>
        <pc:spChg chg="add mod">
          <ac:chgData name="" userId="0b3fa24a2acc92f2" providerId="LiveId" clId="{B33DDAAA-4001-4036-8063-C08CD939DC77}" dt="2026-06-25T12:53:46.206" v="976" actId="207"/>
          <ac:spMkLst>
            <pc:docMk/>
            <pc:sldMk cId="4010929923" sldId="265"/>
            <ac:spMk id="2" creationId="{16BD1F59-1859-4A2D-A82C-7D841466211F}"/>
          </ac:spMkLst>
        </pc:spChg>
        <pc:spChg chg="del">
          <ac:chgData name="" userId="0b3fa24a2acc92f2" providerId="LiveId" clId="{B33DDAAA-4001-4036-8063-C08CD939DC77}" dt="2026-05-25T05:01:28.278" v="213" actId="478"/>
          <ac:spMkLst>
            <pc:docMk/>
            <pc:sldMk cId="4010929923" sldId="265"/>
            <ac:spMk id="2" creationId="{415086E3-1044-480D-AE07-6B9754A6BEB1}"/>
          </ac:spMkLst>
        </pc:spChg>
        <pc:spChg chg="del">
          <ac:chgData name="" userId="0b3fa24a2acc92f2" providerId="LiveId" clId="{B33DDAAA-4001-4036-8063-C08CD939DC77}" dt="2026-05-25T05:01:35.095" v="214" actId="478"/>
          <ac:spMkLst>
            <pc:docMk/>
            <pc:sldMk cId="4010929923" sldId="265"/>
            <ac:spMk id="3" creationId="{8F8109E6-64D9-401F-86CB-D3C4C855CECC}"/>
          </ac:spMkLst>
        </pc:spChg>
        <pc:spChg chg="add mod">
          <ac:chgData name="" userId="0b3fa24a2acc92f2" providerId="LiveId" clId="{B33DDAAA-4001-4036-8063-C08CD939DC77}" dt="2026-06-25T12:56:47.120" v="999" actId="1076"/>
          <ac:spMkLst>
            <pc:docMk/>
            <pc:sldMk cId="4010929923" sldId="265"/>
            <ac:spMk id="4" creationId="{F93C0C32-3171-4B9E-97DE-43BF0C32F18F}"/>
          </ac:spMkLst>
        </pc:spChg>
        <pc:spChg chg="add mod ord">
          <ac:chgData name="" userId="0b3fa24a2acc92f2" providerId="LiveId" clId="{B33DDAAA-4001-4036-8063-C08CD939DC77}" dt="2026-06-25T12:53:08.572" v="972" actId="1037"/>
          <ac:spMkLst>
            <pc:docMk/>
            <pc:sldMk cId="4010929923" sldId="265"/>
            <ac:spMk id="5" creationId="{05A776ED-0139-456A-9876-107AE5AAD079}"/>
          </ac:spMkLst>
        </pc:spChg>
        <pc:spChg chg="add del mod">
          <ac:chgData name="" userId="0b3fa24a2acc92f2" providerId="LiveId" clId="{B33DDAAA-4001-4036-8063-C08CD939DC77}" dt="2026-05-25T05:24:50.470" v="259" actId="478"/>
          <ac:spMkLst>
            <pc:docMk/>
            <pc:sldMk cId="4010929923" sldId="265"/>
            <ac:spMk id="5" creationId="{48714A59-F454-42AB-BC61-D8CB03E3AA65}"/>
          </ac:spMkLst>
        </pc:spChg>
        <pc:spChg chg="add del mod">
          <ac:chgData name="" userId="0b3fa24a2acc92f2" providerId="LiveId" clId="{B33DDAAA-4001-4036-8063-C08CD939DC77}" dt="2026-06-25T12:51:40.035" v="963" actId="478"/>
          <ac:spMkLst>
            <pc:docMk/>
            <pc:sldMk cId="4010929923" sldId="265"/>
            <ac:spMk id="6" creationId="{06224F8C-7E0C-4025-9677-66ECA0606681}"/>
          </ac:spMkLst>
        </pc:spChg>
        <pc:picChg chg="add mod">
          <ac:chgData name="" userId="0b3fa24a2acc92f2" providerId="LiveId" clId="{B33DDAAA-4001-4036-8063-C08CD939DC77}" dt="2026-06-25T12:56:55.040" v="1001" actId="1076"/>
          <ac:picMkLst>
            <pc:docMk/>
            <pc:sldMk cId="4010929923" sldId="265"/>
            <ac:picMk id="3" creationId="{B517BAF0-7B96-4617-8CD1-12FC629FDCF2}"/>
          </ac:picMkLst>
        </pc:picChg>
        <pc:picChg chg="add del mod">
          <ac:chgData name="" userId="0b3fa24a2acc92f2" providerId="LiveId" clId="{B33DDAAA-4001-4036-8063-C08CD939DC77}" dt="2026-05-25T14:36:32.755" v="534" actId="478"/>
          <ac:picMkLst>
            <pc:docMk/>
            <pc:sldMk cId="4010929923" sldId="265"/>
            <ac:picMk id="8" creationId="{B58F4E90-5542-4041-B08C-AF9AF345CF96}"/>
          </ac:picMkLst>
        </pc:picChg>
        <pc:picChg chg="add mod">
          <ac:chgData name="" userId="0b3fa24a2acc92f2" providerId="LiveId" clId="{B33DDAAA-4001-4036-8063-C08CD939DC77}" dt="2026-06-25T12:56:51.234" v="1000" actId="1076"/>
          <ac:picMkLst>
            <pc:docMk/>
            <pc:sldMk cId="4010929923" sldId="265"/>
            <ac:picMk id="8" creationId="{B73FA490-1752-4DBD-8C9E-F0FCEB5A3F36}"/>
          </ac:picMkLst>
        </pc:picChg>
        <pc:picChg chg="add mod">
          <ac:chgData name="" userId="0b3fa24a2acc92f2" providerId="LiveId" clId="{B33DDAAA-4001-4036-8063-C08CD939DC77}" dt="2026-06-25T12:56:26.191" v="996" actId="14100"/>
          <ac:picMkLst>
            <pc:docMk/>
            <pc:sldMk cId="4010929923" sldId="265"/>
            <ac:picMk id="10" creationId="{4ED23BEF-6A8C-4D83-BB56-EA7C465691C6}"/>
          </ac:picMkLst>
        </pc:picChg>
      </pc:sldChg>
      <pc:sldChg chg="addSp delSp modSp add">
        <pc:chgData name="" userId="0b3fa24a2acc92f2" providerId="LiveId" clId="{B33DDAAA-4001-4036-8063-C08CD939DC77}" dt="2026-06-25T13:01:50.407" v="1044" actId="1076"/>
        <pc:sldMkLst>
          <pc:docMk/>
          <pc:sldMk cId="625045164" sldId="266"/>
        </pc:sldMkLst>
        <pc:spChg chg="add mod">
          <ac:chgData name="" userId="0b3fa24a2acc92f2" providerId="LiveId" clId="{B33DDAAA-4001-4036-8063-C08CD939DC77}" dt="2026-06-25T12:59:44.492" v="1024" actId="1076"/>
          <ac:spMkLst>
            <pc:docMk/>
            <pc:sldMk cId="625045164" sldId="266"/>
            <ac:spMk id="2" creationId="{4061FEAC-FA21-4520-9168-023BEE0B3A69}"/>
          </ac:spMkLst>
        </pc:spChg>
        <pc:spChg chg="del">
          <ac:chgData name="" userId="0b3fa24a2acc92f2" providerId="LiveId" clId="{B33DDAAA-4001-4036-8063-C08CD939DC77}" dt="2026-05-25T05:27:38.420" v="269" actId="478"/>
          <ac:spMkLst>
            <pc:docMk/>
            <pc:sldMk cId="625045164" sldId="266"/>
            <ac:spMk id="2" creationId="{8DA7C75F-DC1D-489F-86FD-B9450F25F161}"/>
          </ac:spMkLst>
        </pc:spChg>
        <pc:spChg chg="del">
          <ac:chgData name="" userId="0b3fa24a2acc92f2" providerId="LiveId" clId="{B33DDAAA-4001-4036-8063-C08CD939DC77}" dt="2026-05-25T05:27:41.707" v="270" actId="478"/>
          <ac:spMkLst>
            <pc:docMk/>
            <pc:sldMk cId="625045164" sldId="266"/>
            <ac:spMk id="3" creationId="{40ED1D87-357C-4A07-9F31-FB40D9813F51}"/>
          </ac:spMkLst>
        </pc:spChg>
        <pc:spChg chg="add mod">
          <ac:chgData name="" userId="0b3fa24a2acc92f2" providerId="LiveId" clId="{B33DDAAA-4001-4036-8063-C08CD939DC77}" dt="2026-05-25T05:32:51.774" v="325" actId="1076"/>
          <ac:spMkLst>
            <pc:docMk/>
            <pc:sldMk cId="625045164" sldId="266"/>
            <ac:spMk id="4" creationId="{1ADC33AA-13F2-477F-866F-DAA0AC1D4D54}"/>
          </ac:spMkLst>
        </pc:spChg>
        <pc:spChg chg="add del mod">
          <ac:chgData name="" userId="0b3fa24a2acc92f2" providerId="LiveId" clId="{B33DDAAA-4001-4036-8063-C08CD939DC77}" dt="2026-05-25T05:28:58.237" v="312" actId="478"/>
          <ac:spMkLst>
            <pc:docMk/>
            <pc:sldMk cId="625045164" sldId="266"/>
            <ac:spMk id="5" creationId="{79321A06-35E1-4913-8220-11EB6696779F}"/>
          </ac:spMkLst>
        </pc:spChg>
        <pc:spChg chg="add del mod">
          <ac:chgData name="" userId="0b3fa24a2acc92f2" providerId="LiveId" clId="{B33DDAAA-4001-4036-8063-C08CD939DC77}" dt="2026-06-25T12:58:26.724" v="1007" actId="478"/>
          <ac:spMkLst>
            <pc:docMk/>
            <pc:sldMk cId="625045164" sldId="266"/>
            <ac:spMk id="6" creationId="{AD769F63-3A5F-4710-9E0E-513698DA9542}"/>
          </ac:spMkLst>
        </pc:spChg>
        <pc:picChg chg="add mod">
          <ac:chgData name="" userId="0b3fa24a2acc92f2" providerId="LiveId" clId="{B33DDAAA-4001-4036-8063-C08CD939DC77}" dt="2026-06-25T12:59:40.590" v="1023" actId="1076"/>
          <ac:picMkLst>
            <pc:docMk/>
            <pc:sldMk cId="625045164" sldId="266"/>
            <ac:picMk id="3" creationId="{D00F707A-1306-40C5-A91A-433B9887787F}"/>
          </ac:picMkLst>
        </pc:picChg>
        <pc:picChg chg="add mod">
          <ac:chgData name="" userId="0b3fa24a2acc92f2" providerId="LiveId" clId="{B33DDAAA-4001-4036-8063-C08CD939DC77}" dt="2026-06-25T13:00:21.492" v="1031" actId="14100"/>
          <ac:picMkLst>
            <pc:docMk/>
            <pc:sldMk cId="625045164" sldId="266"/>
            <ac:picMk id="7" creationId="{225DCC5E-3423-4B7C-9B47-A2BAB173E325}"/>
          </ac:picMkLst>
        </pc:picChg>
        <pc:picChg chg="add del mod">
          <ac:chgData name="" userId="0b3fa24a2acc92f2" providerId="LiveId" clId="{B33DDAAA-4001-4036-8063-C08CD939DC77}" dt="2026-05-25T14:37:03.341" v="539" actId="478"/>
          <ac:picMkLst>
            <pc:docMk/>
            <pc:sldMk cId="625045164" sldId="266"/>
            <ac:picMk id="8" creationId="{B475D44A-D204-420A-8661-A0E20D4C187B}"/>
          </ac:picMkLst>
        </pc:picChg>
        <pc:picChg chg="add mod">
          <ac:chgData name="" userId="0b3fa24a2acc92f2" providerId="LiveId" clId="{B33DDAAA-4001-4036-8063-C08CD939DC77}" dt="2026-06-25T13:00:47.808" v="1035" actId="14100"/>
          <ac:picMkLst>
            <pc:docMk/>
            <pc:sldMk cId="625045164" sldId="266"/>
            <ac:picMk id="9" creationId="{346580DB-F6C8-49E1-9A2A-56E4E3888D14}"/>
          </ac:picMkLst>
        </pc:picChg>
        <pc:picChg chg="add mod">
          <ac:chgData name="" userId="0b3fa24a2acc92f2" providerId="LiveId" clId="{B33DDAAA-4001-4036-8063-C08CD939DC77}" dt="2026-06-25T13:01:50.407" v="1044" actId="1076"/>
          <ac:picMkLst>
            <pc:docMk/>
            <pc:sldMk cId="625045164" sldId="266"/>
            <ac:picMk id="11" creationId="{968B366E-E8DF-4B08-8534-385E6FC9B904}"/>
          </ac:picMkLst>
        </pc:picChg>
        <pc:picChg chg="add mod">
          <ac:chgData name="" userId="0b3fa24a2acc92f2" providerId="LiveId" clId="{B33DDAAA-4001-4036-8063-C08CD939DC77}" dt="2026-06-25T13:01:38.942" v="1043" actId="1076"/>
          <ac:picMkLst>
            <pc:docMk/>
            <pc:sldMk cId="625045164" sldId="266"/>
            <ac:picMk id="12" creationId="{058747B3-6C13-452C-BBB7-19CE2A335B51}"/>
          </ac:picMkLst>
        </pc:picChg>
        <pc:picChg chg="add mod">
          <ac:chgData name="" userId="0b3fa24a2acc92f2" providerId="LiveId" clId="{B33DDAAA-4001-4036-8063-C08CD939DC77}" dt="2026-06-25T13:01:35.978" v="1042" actId="1076"/>
          <ac:picMkLst>
            <pc:docMk/>
            <pc:sldMk cId="625045164" sldId="266"/>
            <ac:picMk id="13" creationId="{328A0835-883B-495A-BE20-9426D1D3EF1E}"/>
          </ac:picMkLst>
        </pc:picChg>
        <pc:picChg chg="add mod">
          <ac:chgData name="" userId="0b3fa24a2acc92f2" providerId="LiveId" clId="{B33DDAAA-4001-4036-8063-C08CD939DC77}" dt="2026-06-25T13:01:32.823" v="1041" actId="1076"/>
          <ac:picMkLst>
            <pc:docMk/>
            <pc:sldMk cId="625045164" sldId="266"/>
            <ac:picMk id="14" creationId="{BB9AFB61-4A14-48C0-AD18-579F3632F0E3}"/>
          </ac:picMkLst>
        </pc:picChg>
      </pc:sldChg>
      <pc:sldChg chg="addSp delSp modSp add">
        <pc:chgData name="" userId="0b3fa24a2acc92f2" providerId="LiveId" clId="{B33DDAAA-4001-4036-8063-C08CD939DC77}" dt="2026-06-25T13:08:21.913" v="1095" actId="1036"/>
        <pc:sldMkLst>
          <pc:docMk/>
          <pc:sldMk cId="3716709809" sldId="267"/>
        </pc:sldMkLst>
        <pc:spChg chg="add mod">
          <ac:chgData name="" userId="0b3fa24a2acc92f2" providerId="LiveId" clId="{B33DDAAA-4001-4036-8063-C08CD939DC77}" dt="2026-06-25T13:08:21.913" v="1095" actId="1036"/>
          <ac:spMkLst>
            <pc:docMk/>
            <pc:sldMk cId="3716709809" sldId="267"/>
            <ac:spMk id="2" creationId="{23C04746-7E67-4C6A-9E21-D01A9285D25F}"/>
          </ac:spMkLst>
        </pc:spChg>
        <pc:spChg chg="del">
          <ac:chgData name="" userId="0b3fa24a2acc92f2" providerId="LiveId" clId="{B33DDAAA-4001-4036-8063-C08CD939DC77}" dt="2026-05-25T05:33:32.157" v="330" actId="478"/>
          <ac:spMkLst>
            <pc:docMk/>
            <pc:sldMk cId="3716709809" sldId="267"/>
            <ac:spMk id="2" creationId="{F5F8E82A-6ADD-41A4-ABE2-0384B770D9A6}"/>
          </ac:spMkLst>
        </pc:spChg>
        <pc:spChg chg="del">
          <ac:chgData name="" userId="0b3fa24a2acc92f2" providerId="LiveId" clId="{B33DDAAA-4001-4036-8063-C08CD939DC77}" dt="2026-05-25T05:33:35.379" v="331" actId="478"/>
          <ac:spMkLst>
            <pc:docMk/>
            <pc:sldMk cId="3716709809" sldId="267"/>
            <ac:spMk id="3" creationId="{DC962788-121C-4F48-BEF0-15BF70EBD85C}"/>
          </ac:spMkLst>
        </pc:spChg>
        <pc:spChg chg="add mod">
          <ac:chgData name="" userId="0b3fa24a2acc92f2" providerId="LiveId" clId="{B33DDAAA-4001-4036-8063-C08CD939DC77}" dt="2026-05-25T07:14:14.950" v="375" actId="14100"/>
          <ac:spMkLst>
            <pc:docMk/>
            <pc:sldMk cId="3716709809" sldId="267"/>
            <ac:spMk id="4" creationId="{C5738D54-1561-40DE-8B7A-1F633A785BBD}"/>
          </ac:spMkLst>
        </pc:spChg>
        <pc:spChg chg="add del mod">
          <ac:chgData name="" userId="0b3fa24a2acc92f2" providerId="LiveId" clId="{B33DDAAA-4001-4036-8063-C08CD939DC77}" dt="2026-05-25T07:14:40.037" v="377" actId="478"/>
          <ac:spMkLst>
            <pc:docMk/>
            <pc:sldMk cId="3716709809" sldId="267"/>
            <ac:spMk id="5" creationId="{83CC8890-335E-4E11-91E6-94F41B11803A}"/>
          </ac:spMkLst>
        </pc:spChg>
        <pc:spChg chg="add mod ord">
          <ac:chgData name="" userId="0b3fa24a2acc92f2" providerId="LiveId" clId="{B33DDAAA-4001-4036-8063-C08CD939DC77}" dt="2026-06-25T13:06:34.298" v="1066" actId="14100"/>
          <ac:spMkLst>
            <pc:docMk/>
            <pc:sldMk cId="3716709809" sldId="267"/>
            <ac:spMk id="5" creationId="{D27D1D61-5DEC-4F6B-A7B0-B3169693AA21}"/>
          </ac:spMkLst>
        </pc:spChg>
        <pc:spChg chg="add del mod">
          <ac:chgData name="" userId="0b3fa24a2acc92f2" providerId="LiveId" clId="{B33DDAAA-4001-4036-8063-C08CD939DC77}" dt="2026-06-25T13:04:11.001" v="1052" actId="478"/>
          <ac:spMkLst>
            <pc:docMk/>
            <pc:sldMk cId="3716709809" sldId="267"/>
            <ac:spMk id="6" creationId="{5509B6BF-54B4-4988-8285-74FFF1A067F4}"/>
          </ac:spMkLst>
        </pc:spChg>
        <pc:picChg chg="add mod">
          <ac:chgData name="" userId="0b3fa24a2acc92f2" providerId="LiveId" clId="{B33DDAAA-4001-4036-8063-C08CD939DC77}" dt="2026-06-25T13:06:10.379" v="1061" actId="14100"/>
          <ac:picMkLst>
            <pc:docMk/>
            <pc:sldMk cId="3716709809" sldId="267"/>
            <ac:picMk id="3" creationId="{71A1FC02-C298-4065-A329-88E9F0A8C2FC}"/>
          </ac:picMkLst>
        </pc:picChg>
        <pc:picChg chg="add del mod">
          <ac:chgData name="" userId="0b3fa24a2acc92f2" providerId="LiveId" clId="{B33DDAAA-4001-4036-8063-C08CD939DC77}" dt="2026-05-25T14:37:30.522" v="545" actId="478"/>
          <ac:picMkLst>
            <pc:docMk/>
            <pc:sldMk cId="3716709809" sldId="267"/>
            <ac:picMk id="8" creationId="{25429042-6549-4E26-817A-C54AA7F5FF09}"/>
          </ac:picMkLst>
        </pc:picChg>
      </pc:sldChg>
      <pc:sldChg chg="addSp delSp modSp add">
        <pc:chgData name="" userId="0b3fa24a2acc92f2" providerId="LiveId" clId="{B33DDAAA-4001-4036-8063-C08CD939DC77}" dt="2026-06-25T14:25:25.999" v="1251" actId="1035"/>
        <pc:sldMkLst>
          <pc:docMk/>
          <pc:sldMk cId="929447131" sldId="268"/>
        </pc:sldMkLst>
        <pc:spChg chg="del">
          <ac:chgData name="" userId="0b3fa24a2acc92f2" providerId="LiveId" clId="{B33DDAAA-4001-4036-8063-C08CD939DC77}" dt="2026-05-25T07:21:27.467" v="391" actId="478"/>
          <ac:spMkLst>
            <pc:docMk/>
            <pc:sldMk cId="929447131" sldId="268"/>
            <ac:spMk id="2" creationId="{2F7AA3B5-505D-41A5-A146-89F4A0636062}"/>
          </ac:spMkLst>
        </pc:spChg>
        <pc:spChg chg="add mod">
          <ac:chgData name="" userId="0b3fa24a2acc92f2" providerId="LiveId" clId="{B33DDAAA-4001-4036-8063-C08CD939DC77}" dt="2026-06-25T14:25:20.981" v="1249" actId="207"/>
          <ac:spMkLst>
            <pc:docMk/>
            <pc:sldMk cId="929447131" sldId="268"/>
            <ac:spMk id="2" creationId="{DC3CDB04-8201-495A-B4B7-2ED49D30CB9D}"/>
          </ac:spMkLst>
        </pc:spChg>
        <pc:spChg chg="del">
          <ac:chgData name="" userId="0b3fa24a2acc92f2" providerId="LiveId" clId="{B33DDAAA-4001-4036-8063-C08CD939DC77}" dt="2026-05-25T07:21:31.076" v="392" actId="478"/>
          <ac:spMkLst>
            <pc:docMk/>
            <pc:sldMk cId="929447131" sldId="268"/>
            <ac:spMk id="3" creationId="{99B7C3F8-4731-426C-B116-A5079278C859}"/>
          </ac:spMkLst>
        </pc:spChg>
        <pc:spChg chg="add mod">
          <ac:chgData name="" userId="0b3fa24a2acc92f2" providerId="LiveId" clId="{B33DDAAA-4001-4036-8063-C08CD939DC77}" dt="2026-05-25T07:22:44.411" v="429" actId="1076"/>
          <ac:spMkLst>
            <pc:docMk/>
            <pc:sldMk cId="929447131" sldId="268"/>
            <ac:spMk id="4" creationId="{28FE3EAB-1F6A-4B84-99AC-4A80D0279600}"/>
          </ac:spMkLst>
        </pc:spChg>
        <pc:spChg chg="add mod ord">
          <ac:chgData name="" userId="0b3fa24a2acc92f2" providerId="LiveId" clId="{B33DDAAA-4001-4036-8063-C08CD939DC77}" dt="2026-06-25T14:25:25.999" v="1251" actId="1035"/>
          <ac:spMkLst>
            <pc:docMk/>
            <pc:sldMk cId="929447131" sldId="268"/>
            <ac:spMk id="5" creationId="{7EE68682-80C7-42F8-96F1-D48B0E68DECB}"/>
          </ac:spMkLst>
        </pc:spChg>
        <pc:spChg chg="add del mod">
          <ac:chgData name="" userId="0b3fa24a2acc92f2" providerId="LiveId" clId="{B33DDAAA-4001-4036-8063-C08CD939DC77}" dt="2026-05-25T07:21:54.479" v="398" actId="478"/>
          <ac:spMkLst>
            <pc:docMk/>
            <pc:sldMk cId="929447131" sldId="268"/>
            <ac:spMk id="5" creationId="{81CD3BD7-8D70-497F-B3E9-A2525D11512C}"/>
          </ac:spMkLst>
        </pc:spChg>
        <pc:spChg chg="add del mod">
          <ac:chgData name="" userId="0b3fa24a2acc92f2" providerId="LiveId" clId="{B33DDAAA-4001-4036-8063-C08CD939DC77}" dt="2026-06-25T13:12:53.454" v="1098" actId="478"/>
          <ac:spMkLst>
            <pc:docMk/>
            <pc:sldMk cId="929447131" sldId="268"/>
            <ac:spMk id="6" creationId="{2C364619-539F-4DD0-8FA0-03154C34ED3B}"/>
          </ac:spMkLst>
        </pc:spChg>
        <pc:picChg chg="add mod">
          <ac:chgData name="" userId="0b3fa24a2acc92f2" providerId="LiveId" clId="{B33DDAAA-4001-4036-8063-C08CD939DC77}" dt="2026-06-25T13:18:35.248" v="1128" actId="1076"/>
          <ac:picMkLst>
            <pc:docMk/>
            <pc:sldMk cId="929447131" sldId="268"/>
            <ac:picMk id="3" creationId="{94036842-AAD1-4F08-B61D-DAE6FCB18020}"/>
          </ac:picMkLst>
        </pc:picChg>
        <pc:picChg chg="add del mod">
          <ac:chgData name="" userId="0b3fa24a2acc92f2" providerId="LiveId" clId="{B33DDAAA-4001-4036-8063-C08CD939DC77}" dt="2026-05-25T14:38:04.363" v="552" actId="478"/>
          <ac:picMkLst>
            <pc:docMk/>
            <pc:sldMk cId="929447131" sldId="268"/>
            <ac:picMk id="8" creationId="{F2A669BF-0B2C-47EB-8C42-C9437A26F46D}"/>
          </ac:picMkLst>
        </pc:picChg>
      </pc:sldChg>
      <pc:sldChg chg="addSp delSp modSp add">
        <pc:chgData name="" userId="0b3fa24a2acc92f2" providerId="LiveId" clId="{B33DDAAA-4001-4036-8063-C08CD939DC77}" dt="2026-06-25T14:16:54.197" v="1165" actId="207"/>
        <pc:sldMkLst>
          <pc:docMk/>
          <pc:sldMk cId="2554306687" sldId="269"/>
        </pc:sldMkLst>
        <pc:spChg chg="del">
          <ac:chgData name="" userId="0b3fa24a2acc92f2" providerId="LiveId" clId="{B33DDAAA-4001-4036-8063-C08CD939DC77}" dt="2026-05-25T07:24:22.286" v="440" actId="478"/>
          <ac:spMkLst>
            <pc:docMk/>
            <pc:sldMk cId="2554306687" sldId="269"/>
            <ac:spMk id="2" creationId="{30C2715B-1FC5-4DE6-BFA0-88B0646FB86D}"/>
          </ac:spMkLst>
        </pc:spChg>
        <pc:spChg chg="add mod">
          <ac:chgData name="" userId="0b3fa24a2acc92f2" providerId="LiveId" clId="{B33DDAAA-4001-4036-8063-C08CD939DC77}" dt="2026-06-25T14:16:54.197" v="1165" actId="207"/>
          <ac:spMkLst>
            <pc:docMk/>
            <pc:sldMk cId="2554306687" sldId="269"/>
            <ac:spMk id="2" creationId="{D680CD4E-006D-4256-A089-D3D8E2C61007}"/>
          </ac:spMkLst>
        </pc:spChg>
        <pc:spChg chg="del">
          <ac:chgData name="" userId="0b3fa24a2acc92f2" providerId="LiveId" clId="{B33DDAAA-4001-4036-8063-C08CD939DC77}" dt="2026-05-25T07:24:24.508" v="441" actId="478"/>
          <ac:spMkLst>
            <pc:docMk/>
            <pc:sldMk cId="2554306687" sldId="269"/>
            <ac:spMk id="3" creationId="{C9C3D3B0-00CC-4024-ABD1-8F0B6A9B6981}"/>
          </ac:spMkLst>
        </pc:spChg>
        <pc:spChg chg="add mod">
          <ac:chgData name="" userId="0b3fa24a2acc92f2" providerId="LiveId" clId="{B33DDAAA-4001-4036-8063-C08CD939DC77}" dt="2026-05-25T07:25:22.656" v="494" actId="255"/>
          <ac:spMkLst>
            <pc:docMk/>
            <pc:sldMk cId="2554306687" sldId="269"/>
            <ac:spMk id="4" creationId="{02886E7F-F265-4593-BAA7-38E3FD415A52}"/>
          </ac:spMkLst>
        </pc:spChg>
        <pc:spChg chg="add del mod">
          <ac:chgData name="" userId="0b3fa24a2acc92f2" providerId="LiveId" clId="{B33DDAAA-4001-4036-8063-C08CD939DC77}" dt="2026-05-25T07:24:41.242" v="446" actId="478"/>
          <ac:spMkLst>
            <pc:docMk/>
            <pc:sldMk cId="2554306687" sldId="269"/>
            <ac:spMk id="5" creationId="{7C0E643E-7C64-4908-9C8B-646FF2241907}"/>
          </ac:spMkLst>
        </pc:spChg>
        <pc:spChg chg="add del mod">
          <ac:chgData name="" userId="0b3fa24a2acc92f2" providerId="LiveId" clId="{B33DDAAA-4001-4036-8063-C08CD939DC77}" dt="2026-06-25T13:31:21.202" v="1152" actId="478"/>
          <ac:spMkLst>
            <pc:docMk/>
            <pc:sldMk cId="2554306687" sldId="269"/>
            <ac:spMk id="6" creationId="{6307B3B9-5FA4-4366-B35F-1F9366C62410}"/>
          </ac:spMkLst>
        </pc:spChg>
        <pc:spChg chg="add del">
          <ac:chgData name="" userId="0b3fa24a2acc92f2" providerId="LiveId" clId="{B33DDAAA-4001-4036-8063-C08CD939DC77}" dt="2026-05-25T07:25:31.161" v="496" actId="478"/>
          <ac:spMkLst>
            <pc:docMk/>
            <pc:sldMk cId="2554306687" sldId="269"/>
            <ac:spMk id="7" creationId="{DE5A640B-EAF5-43C2-B599-E99CBF5B3341}"/>
          </ac:spMkLst>
        </pc:spChg>
        <pc:spChg chg="add del">
          <ac:chgData name="" userId="0b3fa24a2acc92f2" providerId="LiveId" clId="{B33DDAAA-4001-4036-8063-C08CD939DC77}" dt="2026-05-25T07:25:31.161" v="496" actId="478"/>
          <ac:spMkLst>
            <pc:docMk/>
            <pc:sldMk cId="2554306687" sldId="269"/>
            <ac:spMk id="8" creationId="{EDF27462-C2D6-4BA1-99C1-C55484335B92}"/>
          </ac:spMkLst>
        </pc:spChg>
        <pc:spChg chg="add del">
          <ac:chgData name="" userId="0b3fa24a2acc92f2" providerId="LiveId" clId="{B33DDAAA-4001-4036-8063-C08CD939DC77}" dt="2026-05-25T07:25:31.161" v="496" actId="478"/>
          <ac:spMkLst>
            <pc:docMk/>
            <pc:sldMk cId="2554306687" sldId="269"/>
            <ac:spMk id="9" creationId="{4C6F5AAB-1F89-4246-AA6F-2DAB556852E2}"/>
          </ac:spMkLst>
        </pc:spChg>
        <pc:picChg chg="add mod">
          <ac:chgData name="" userId="0b3fa24a2acc92f2" providerId="LiveId" clId="{B33DDAAA-4001-4036-8063-C08CD939DC77}" dt="2026-06-25T13:35:11.696" v="1162" actId="1076"/>
          <ac:picMkLst>
            <pc:docMk/>
            <pc:sldMk cId="2554306687" sldId="269"/>
            <ac:picMk id="3" creationId="{7A91885F-E03B-4EAB-AA45-C457F8DA6D1E}"/>
          </ac:picMkLst>
        </pc:picChg>
        <pc:picChg chg="add del mod">
          <ac:chgData name="" userId="0b3fa24a2acc92f2" providerId="LiveId" clId="{B33DDAAA-4001-4036-8063-C08CD939DC77}" dt="2026-05-25T14:38:24.385" v="555" actId="478"/>
          <ac:picMkLst>
            <pc:docMk/>
            <pc:sldMk cId="2554306687" sldId="269"/>
            <ac:picMk id="11" creationId="{E4E2145A-37BD-4DEB-AFB2-C9CB6713291E}"/>
          </ac:picMkLst>
        </pc:picChg>
      </pc:sldChg>
      <pc:sldChg chg="addSp delSp modSp add">
        <pc:chgData name="" userId="0b3fa24a2acc92f2" providerId="LiveId" clId="{B33DDAAA-4001-4036-8063-C08CD939DC77}" dt="2026-05-25T14:39:16.241" v="565" actId="14100"/>
        <pc:sldMkLst>
          <pc:docMk/>
          <pc:sldMk cId="2613171821" sldId="270"/>
        </pc:sldMkLst>
        <pc:spChg chg="del">
          <ac:chgData name="" userId="0b3fa24a2acc92f2" providerId="LiveId" clId="{B33DDAAA-4001-4036-8063-C08CD939DC77}" dt="2026-05-25T07:28:51.852" v="512" actId="478"/>
          <ac:spMkLst>
            <pc:docMk/>
            <pc:sldMk cId="2613171821" sldId="270"/>
            <ac:spMk id="2" creationId="{1D4644AD-EDF8-4964-826D-965F25E5A2EE}"/>
          </ac:spMkLst>
        </pc:spChg>
        <pc:spChg chg="del">
          <ac:chgData name="" userId="0b3fa24a2acc92f2" providerId="LiveId" clId="{B33DDAAA-4001-4036-8063-C08CD939DC77}" dt="2026-05-25T07:28:55.914" v="513" actId="478"/>
          <ac:spMkLst>
            <pc:docMk/>
            <pc:sldMk cId="2613171821" sldId="270"/>
            <ac:spMk id="3" creationId="{EE0C34D2-392B-40D2-A587-F8D8ADFCEA51}"/>
          </ac:spMkLst>
        </pc:spChg>
        <pc:spChg chg="add mod">
          <ac:chgData name="" userId="0b3fa24a2acc92f2" providerId="LiveId" clId="{B33DDAAA-4001-4036-8063-C08CD939DC77}" dt="2026-05-25T07:30:26.269" v="523" actId="1076"/>
          <ac:spMkLst>
            <pc:docMk/>
            <pc:sldMk cId="2613171821" sldId="270"/>
            <ac:spMk id="4" creationId="{01E2CFF1-55CA-4951-81D2-B5A83CB158DC}"/>
          </ac:spMkLst>
        </pc:spChg>
        <pc:picChg chg="add mod">
          <ac:chgData name="" userId="0b3fa24a2acc92f2" providerId="LiveId" clId="{B33DDAAA-4001-4036-8063-C08CD939DC77}" dt="2026-05-25T14:39:16.241" v="565" actId="14100"/>
          <ac:picMkLst>
            <pc:docMk/>
            <pc:sldMk cId="2613171821" sldId="270"/>
            <ac:picMk id="3" creationId="{AFF93D9A-1185-4193-992D-7D3BCA947724}"/>
          </ac:picMkLst>
        </pc:picChg>
        <pc:picChg chg="add del mod">
          <ac:chgData name="" userId="0b3fa24a2acc92f2" providerId="LiveId" clId="{B33DDAAA-4001-4036-8063-C08CD939DC77}" dt="2026-05-25T14:38:51.385" v="561" actId="478"/>
          <ac:picMkLst>
            <pc:docMk/>
            <pc:sldMk cId="2613171821" sldId="270"/>
            <ac:picMk id="6" creationId="{D59ACCB9-8656-46B3-9B62-E2F479AD3EB6}"/>
          </ac:picMkLst>
        </pc:picChg>
      </pc:sldChg>
      <pc:sldChg chg="addSp delSp modSp add">
        <pc:chgData name="" userId="0b3fa24a2acc92f2" providerId="LiveId" clId="{B33DDAAA-4001-4036-8063-C08CD939DC77}" dt="2026-06-25T15:00:02.152" v="1746" actId="1076"/>
        <pc:sldMkLst>
          <pc:docMk/>
          <pc:sldMk cId="4207393183" sldId="271"/>
        </pc:sldMkLst>
        <pc:spChg chg="del mod">
          <ac:chgData name="" userId="0b3fa24a2acc92f2" providerId="LiveId" clId="{B33DDAAA-4001-4036-8063-C08CD939DC77}" dt="2026-06-25T14:47:25.320" v="1417" actId="478"/>
          <ac:spMkLst>
            <pc:docMk/>
            <pc:sldMk cId="4207393183" sldId="271"/>
            <ac:spMk id="2" creationId="{6B6857C7-9E8B-42BE-8629-57EF9AE790CC}"/>
          </ac:spMkLst>
        </pc:spChg>
        <pc:spChg chg="del">
          <ac:chgData name="" userId="0b3fa24a2acc92f2" providerId="LiveId" clId="{B33DDAAA-4001-4036-8063-C08CD939DC77}" dt="2026-06-25T14:47:22.368" v="1416" actId="478"/>
          <ac:spMkLst>
            <pc:docMk/>
            <pc:sldMk cId="4207393183" sldId="271"/>
            <ac:spMk id="3" creationId="{7F91C418-F402-4CB5-86B7-E8464092E792}"/>
          </ac:spMkLst>
        </pc:spChg>
        <pc:spChg chg="add del mod">
          <ac:chgData name="" userId="0b3fa24a2acc92f2" providerId="LiveId" clId="{B33DDAAA-4001-4036-8063-C08CD939DC77}" dt="2026-06-25T14:47:28.249" v="1418" actId="478"/>
          <ac:spMkLst>
            <pc:docMk/>
            <pc:sldMk cId="4207393183" sldId="271"/>
            <ac:spMk id="5" creationId="{205FDF26-05AB-402F-936B-DCE830BAA79E}"/>
          </ac:spMkLst>
        </pc:spChg>
        <pc:spChg chg="add mod">
          <ac:chgData name="" userId="0b3fa24a2acc92f2" providerId="LiveId" clId="{B33DDAAA-4001-4036-8063-C08CD939DC77}" dt="2026-06-25T14:48:04.810" v="1421" actId="14100"/>
          <ac:spMkLst>
            <pc:docMk/>
            <pc:sldMk cId="4207393183" sldId="271"/>
            <ac:spMk id="6" creationId="{3128020F-892D-4974-96C1-86ECF49EAE21}"/>
          </ac:spMkLst>
        </pc:spChg>
        <pc:spChg chg="add mod">
          <ac:chgData name="" userId="0b3fa24a2acc92f2" providerId="LiveId" clId="{B33DDAAA-4001-4036-8063-C08CD939DC77}" dt="2026-06-25T14:51:05.632" v="1460" actId="14100"/>
          <ac:spMkLst>
            <pc:docMk/>
            <pc:sldMk cId="4207393183" sldId="271"/>
            <ac:spMk id="7" creationId="{2226F6B2-27E9-4FB0-9641-CD428B917996}"/>
          </ac:spMkLst>
        </pc:spChg>
        <pc:spChg chg="add mod">
          <ac:chgData name="" userId="0b3fa24a2acc92f2" providerId="LiveId" clId="{B33DDAAA-4001-4036-8063-C08CD939DC77}" dt="2026-06-25T14:55:56.412" v="1564" actId="14100"/>
          <ac:spMkLst>
            <pc:docMk/>
            <pc:sldMk cId="4207393183" sldId="271"/>
            <ac:spMk id="8" creationId="{34FD467B-8A52-4A84-ABB4-A17692D33C4A}"/>
          </ac:spMkLst>
        </pc:spChg>
        <pc:spChg chg="add mod">
          <ac:chgData name="" userId="0b3fa24a2acc92f2" providerId="LiveId" clId="{B33DDAAA-4001-4036-8063-C08CD939DC77}" dt="2026-06-25T14:56:50.899" v="1662" actId="20577"/>
          <ac:spMkLst>
            <pc:docMk/>
            <pc:sldMk cId="4207393183" sldId="271"/>
            <ac:spMk id="9" creationId="{DC1D7B8C-B98D-4E3B-9BF3-F1DA14E7FED0}"/>
          </ac:spMkLst>
        </pc:spChg>
        <pc:spChg chg="add mod">
          <ac:chgData name="" userId="0b3fa24a2acc92f2" providerId="LiveId" clId="{B33DDAAA-4001-4036-8063-C08CD939DC77}" dt="2026-06-25T14:57:16.514" v="1712" actId="20577"/>
          <ac:spMkLst>
            <pc:docMk/>
            <pc:sldMk cId="4207393183" sldId="271"/>
            <ac:spMk id="10" creationId="{E873F1F4-F420-416E-A086-0A0C42B89FF3}"/>
          </ac:spMkLst>
        </pc:spChg>
        <pc:spChg chg="add mod">
          <ac:chgData name="" userId="0b3fa24a2acc92f2" providerId="LiveId" clId="{B33DDAAA-4001-4036-8063-C08CD939DC77}" dt="2026-06-25T14:57:30.135" v="1728" actId="20577"/>
          <ac:spMkLst>
            <pc:docMk/>
            <pc:sldMk cId="4207393183" sldId="271"/>
            <ac:spMk id="11" creationId="{7119EFB0-3C8C-4D98-AB04-DBC82FC705D5}"/>
          </ac:spMkLst>
        </pc:spChg>
        <pc:picChg chg="add mod">
          <ac:chgData name="" userId="0b3fa24a2acc92f2" providerId="LiveId" clId="{B33DDAAA-4001-4036-8063-C08CD939DC77}" dt="2026-06-25T15:00:02.152" v="1746" actId="1076"/>
          <ac:picMkLst>
            <pc:docMk/>
            <pc:sldMk cId="4207393183" sldId="271"/>
            <ac:picMk id="13" creationId="{858D580F-0B01-4E5F-9248-5D714DC78C1B}"/>
          </ac:picMkLst>
        </pc:picChg>
        <pc:picChg chg="add mod">
          <ac:chgData name="" userId="0b3fa24a2acc92f2" providerId="LiveId" clId="{B33DDAAA-4001-4036-8063-C08CD939DC77}" dt="2026-06-25T14:59:09.434" v="1738" actId="1076"/>
          <ac:picMkLst>
            <pc:docMk/>
            <pc:sldMk cId="4207393183" sldId="271"/>
            <ac:picMk id="15" creationId="{64C86279-050A-4222-87C5-5BAC2FB5F623}"/>
          </ac:picMkLst>
        </pc:picChg>
        <pc:picChg chg="add mod">
          <ac:chgData name="" userId="0b3fa24a2acc92f2" providerId="LiveId" clId="{B33DDAAA-4001-4036-8063-C08CD939DC77}" dt="2026-06-25T14:59:29.815" v="1740" actId="1076"/>
          <ac:picMkLst>
            <pc:docMk/>
            <pc:sldMk cId="4207393183" sldId="271"/>
            <ac:picMk id="17" creationId="{6E6A29A3-2B5A-45A5-9C49-C5B7B20E3379}"/>
          </ac:picMkLst>
        </pc:picChg>
        <pc:picChg chg="add mod">
          <ac:chgData name="" userId="0b3fa24a2acc92f2" providerId="LiveId" clId="{B33DDAAA-4001-4036-8063-C08CD939DC77}" dt="2026-06-25T14:59:54.182" v="1742" actId="1076"/>
          <ac:picMkLst>
            <pc:docMk/>
            <pc:sldMk cId="4207393183" sldId="271"/>
            <ac:picMk id="19" creationId="{00422ECD-A278-44FC-A7E1-4266A4E8ECD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49F1-BBB5-409A-8B65-326209F1E5D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0F798A1-A7A7-41FF-B015-25E768502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34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49F1-BBB5-409A-8B65-326209F1E5D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98A1-A7A7-41FF-B015-25E768502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2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49F1-BBB5-409A-8B65-326209F1E5D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0F798A1-A7A7-41FF-B015-25E768502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838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49F1-BBB5-409A-8B65-326209F1E5D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0F798A1-A7A7-41FF-B015-25E768502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93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49F1-BBB5-409A-8B65-326209F1E5D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0F798A1-A7A7-41FF-B015-25E768502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8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49F1-BBB5-409A-8B65-326209F1E5D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98A1-A7A7-41FF-B015-25E768502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63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49F1-BBB5-409A-8B65-326209F1E5D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98A1-A7A7-41FF-B015-25E768502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3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49F1-BBB5-409A-8B65-326209F1E5D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98A1-A7A7-41FF-B015-25E768502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4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49F1-BBB5-409A-8B65-326209F1E5D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0F798A1-A7A7-41FF-B015-25E768502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1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49F1-BBB5-409A-8B65-326209F1E5D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0F798A1-A7A7-41FF-B015-25E768502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62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49F1-BBB5-409A-8B65-326209F1E5D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0F798A1-A7A7-41FF-B015-25E76850228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0992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49F1-BBB5-409A-8B65-326209F1E5D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0F798A1-A7A7-41FF-B015-25E768502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856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49F1-BBB5-409A-8B65-326209F1E5D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0F798A1-A7A7-41FF-B015-25E768502280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4999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49F1-BBB5-409A-8B65-326209F1E5D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0F798A1-A7A7-41FF-B015-25E768502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925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49F1-BBB5-409A-8B65-326209F1E5D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98A1-A7A7-41FF-B015-25E768502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569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49F1-BBB5-409A-8B65-326209F1E5D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98A1-A7A7-41FF-B015-25E768502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8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E49F1-BBB5-409A-8B65-326209F1E5D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0F798A1-A7A7-41FF-B015-25E768502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391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7EABC2-398B-446D-941E-578985262685}"/>
              </a:ext>
            </a:extLst>
          </p:cNvPr>
          <p:cNvSpPr/>
          <p:nvPr/>
        </p:nvSpPr>
        <p:spPr>
          <a:xfrm>
            <a:off x="200024" y="807602"/>
            <a:ext cx="1199197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92D050"/>
                </a:solidFill>
              </a:rPr>
              <a:t>Madrid Analysis </a:t>
            </a:r>
          </a:p>
          <a:p>
            <a:pPr algn="ctr"/>
            <a:r>
              <a:rPr lang="en-US" sz="4800" b="1" dirty="0">
                <a:solidFill>
                  <a:srgbClr val="92D050"/>
                </a:solidFill>
              </a:rPr>
              <a:t>Power BI Project</a:t>
            </a:r>
          </a:p>
          <a:p>
            <a:endParaRPr lang="en-US" sz="3200" b="1" dirty="0">
              <a:solidFill>
                <a:srgbClr val="FF5050"/>
              </a:solidFill>
            </a:endParaRPr>
          </a:p>
          <a:p>
            <a:pPr algn="ctr"/>
            <a:r>
              <a:rPr lang="en-US" sz="3200" dirty="0">
                <a:solidFill>
                  <a:schemeClr val="tx1">
                    <a:lumMod val="85000"/>
                  </a:schemeClr>
                </a:solidFill>
              </a:rPr>
              <a:t>Name : APARNA SHRIVASTAVA</a:t>
            </a:r>
          </a:p>
          <a:p>
            <a:pPr algn="ctr"/>
            <a:r>
              <a:rPr lang="en-US" sz="3200" dirty="0">
                <a:solidFill>
                  <a:schemeClr val="tx1">
                    <a:lumMod val="85000"/>
                  </a:schemeClr>
                </a:solidFill>
              </a:rPr>
              <a:t>Role: Data Analyst Project </a:t>
            </a:r>
          </a:p>
          <a:p>
            <a:pPr algn="ctr"/>
            <a:r>
              <a:rPr lang="en-US" sz="3200" dirty="0">
                <a:solidFill>
                  <a:schemeClr val="tx1">
                    <a:lumMod val="85000"/>
                  </a:schemeClr>
                </a:solidFill>
              </a:rPr>
              <a:t>Tools Used: </a:t>
            </a:r>
          </a:p>
          <a:p>
            <a:pPr lvl="1" algn="ctr"/>
            <a:r>
              <a:rPr lang="en-US" sz="3200" dirty="0">
                <a:solidFill>
                  <a:schemeClr val="tx1">
                    <a:lumMod val="85000"/>
                  </a:schemeClr>
                </a:solidFill>
              </a:rPr>
              <a:t>Power BI </a:t>
            </a:r>
          </a:p>
          <a:p>
            <a:pPr lvl="1" algn="ctr"/>
            <a:r>
              <a:rPr lang="en-US" sz="3200" dirty="0">
                <a:solidFill>
                  <a:schemeClr val="tx1">
                    <a:lumMod val="85000"/>
                  </a:schemeClr>
                </a:solidFill>
              </a:rPr>
              <a:t>Power Query </a:t>
            </a:r>
          </a:p>
          <a:p>
            <a:pPr lvl="1" algn="ctr"/>
            <a:r>
              <a:rPr lang="en-US" sz="3200" dirty="0">
                <a:solidFill>
                  <a:schemeClr val="tx1">
                    <a:lumMod val="85000"/>
                  </a:schemeClr>
                </a:solidFill>
              </a:rPr>
              <a:t>DAX</a:t>
            </a:r>
          </a:p>
        </p:txBody>
      </p:sp>
    </p:spTree>
    <p:extLst>
      <p:ext uri="{BB962C8B-B14F-4D97-AF65-F5344CB8AC3E}">
        <p14:creationId xmlns:p14="http://schemas.microsoft.com/office/powerpoint/2010/main" val="4256748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AC5BD3-E97D-4FA7-ABA6-8BED1E39144B}"/>
              </a:ext>
            </a:extLst>
          </p:cNvPr>
          <p:cNvSpPr/>
          <p:nvPr/>
        </p:nvSpPr>
        <p:spPr>
          <a:xfrm>
            <a:off x="1743075" y="43458"/>
            <a:ext cx="9244013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b="1" dirty="0"/>
              <a:t>Project Objective</a:t>
            </a:r>
          </a:p>
          <a:p>
            <a:r>
              <a:rPr lang="en-US" sz="3200" dirty="0"/>
              <a:t> </a:t>
            </a:r>
          </a:p>
          <a:p>
            <a:r>
              <a:rPr lang="en-US" sz="3200" dirty="0"/>
              <a:t>The objective of this project is to analyze Madrid real estate market trends using Power BI and identify:</a:t>
            </a:r>
          </a:p>
          <a:p>
            <a:endParaRPr lang="en-US" sz="32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E39D132-908F-401E-90D5-405C2D2D87D3}"/>
              </a:ext>
            </a:extLst>
          </p:cNvPr>
          <p:cNvSpPr/>
          <p:nvPr/>
        </p:nvSpPr>
        <p:spPr>
          <a:xfrm>
            <a:off x="6019800" y="3214090"/>
            <a:ext cx="3193257" cy="29289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Investment insights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8491B6A-9F2E-480E-9F74-C8F19D950C35}"/>
              </a:ext>
            </a:extLst>
          </p:cNvPr>
          <p:cNvSpPr/>
          <p:nvPr/>
        </p:nvSpPr>
        <p:spPr>
          <a:xfrm>
            <a:off x="146446" y="3214092"/>
            <a:ext cx="3193257" cy="29289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Property pricing trends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E78D6FE-EE29-48AC-AED1-7FE9A4A8042B}"/>
              </a:ext>
            </a:extLst>
          </p:cNvPr>
          <p:cNvSpPr/>
          <p:nvPr/>
        </p:nvSpPr>
        <p:spPr>
          <a:xfrm>
            <a:off x="3083123" y="3214089"/>
            <a:ext cx="3193257" cy="29289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Impact of luxury features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7496F42-4874-49C0-B8CC-C4611044B9E4}"/>
              </a:ext>
            </a:extLst>
          </p:cNvPr>
          <p:cNvSpPr/>
          <p:nvPr/>
        </p:nvSpPr>
        <p:spPr>
          <a:xfrm>
            <a:off x="8963025" y="3214090"/>
            <a:ext cx="3193257" cy="29289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Market segmentation opportunities </a:t>
            </a:r>
          </a:p>
        </p:txBody>
      </p:sp>
    </p:spTree>
    <p:extLst>
      <p:ext uri="{BB962C8B-B14F-4D97-AF65-F5344CB8AC3E}">
        <p14:creationId xmlns:p14="http://schemas.microsoft.com/office/powerpoint/2010/main" val="2700037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701CEF-00AE-4AE9-BCC3-826433C03D05}"/>
              </a:ext>
            </a:extLst>
          </p:cNvPr>
          <p:cNvSpPr/>
          <p:nvPr/>
        </p:nvSpPr>
        <p:spPr>
          <a:xfrm>
            <a:off x="3205162" y="169039"/>
            <a:ext cx="8396287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/>
              <a:t>Dataset Overview</a:t>
            </a:r>
          </a:p>
          <a:p>
            <a:endParaRPr lang="en-US" sz="2800" b="1" dirty="0"/>
          </a:p>
          <a:p>
            <a:endParaRPr lang="en-US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0280E0-A612-4869-9796-D0CFD4059EAF}"/>
              </a:ext>
            </a:extLst>
          </p:cNvPr>
          <p:cNvSpPr/>
          <p:nvPr/>
        </p:nvSpPr>
        <p:spPr>
          <a:xfrm>
            <a:off x="2743200" y="1149042"/>
            <a:ext cx="911542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project uses a Madrid housing dataset containing approximately </a:t>
            </a:r>
            <a:r>
              <a:rPr lang="en-US" b="1" dirty="0"/>
              <a:t>22,000 property listings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dataset includes both numerical and categorical variables, allowing comprehensive market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Important numerical attributes include:</a:t>
            </a:r>
          </a:p>
          <a:p>
            <a:r>
              <a:rPr lang="en-US" dirty="0"/>
              <a:t>          Built Area </a:t>
            </a:r>
          </a:p>
          <a:p>
            <a:r>
              <a:rPr lang="en-US" dirty="0"/>
              <a:t>          Buy Price </a:t>
            </a:r>
          </a:p>
          <a:p>
            <a:r>
              <a:rPr lang="en-US" dirty="0"/>
              <a:t>          Loan Interest Rate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Important categorical attributes include:</a:t>
            </a:r>
          </a:p>
          <a:p>
            <a:r>
              <a:rPr lang="en-US" dirty="0"/>
              <a:t>          House Type </a:t>
            </a:r>
          </a:p>
          <a:p>
            <a:r>
              <a:rPr lang="en-US" dirty="0"/>
              <a:t>          Pool Availability </a:t>
            </a:r>
          </a:p>
          <a:p>
            <a:r>
              <a:rPr lang="en-US" dirty="0"/>
              <a:t>          Garden Availability </a:t>
            </a:r>
          </a:p>
          <a:p>
            <a:r>
              <a:rPr lang="en-US" dirty="0"/>
              <a:t>          Exterior Status </a:t>
            </a:r>
          </a:p>
          <a:p>
            <a:r>
              <a:rPr lang="en-US" dirty="0"/>
              <a:t>          New Development Status </a:t>
            </a:r>
          </a:p>
          <a:p>
            <a:r>
              <a:rPr lang="en-US" dirty="0"/>
              <a:t>          Region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dataset provides sufficient information to analyze both pricing behavior and investment potential.</a:t>
            </a:r>
          </a:p>
        </p:txBody>
      </p:sp>
    </p:spTree>
    <p:extLst>
      <p:ext uri="{BB962C8B-B14F-4D97-AF65-F5344CB8AC3E}">
        <p14:creationId xmlns:p14="http://schemas.microsoft.com/office/powerpoint/2010/main" val="3855743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28020F-892D-4974-96C1-86ECF49EAE21}"/>
              </a:ext>
            </a:extLst>
          </p:cNvPr>
          <p:cNvSpPr/>
          <p:nvPr/>
        </p:nvSpPr>
        <p:spPr>
          <a:xfrm>
            <a:off x="1071562" y="0"/>
            <a:ext cx="301466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2226F6B2-27E9-4FB0-9641-CD428B917996}"/>
              </a:ext>
            </a:extLst>
          </p:cNvPr>
          <p:cNvSpPr/>
          <p:nvPr/>
        </p:nvSpPr>
        <p:spPr>
          <a:xfrm>
            <a:off x="714371" y="2150268"/>
            <a:ext cx="3743329" cy="2557463"/>
          </a:xfrm>
          <a:prstGeom prst="fram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0"/>
                <a:solidFill>
                  <a:schemeClr val="bg2"/>
                </a:solidFill>
                <a:effectLst>
                  <a:reflection blurRad="6350" stA="53000" endA="300" endPos="35500" dir="5400000" sy="-90000" algn="bl" rotWithShape="0"/>
                </a:effectLst>
              </a:rPr>
              <a:t>Key </a:t>
            </a:r>
          </a:p>
          <a:p>
            <a:pPr algn="ctr"/>
            <a:r>
              <a:rPr lang="en-US" sz="3200" b="1" dirty="0">
                <a:ln w="0"/>
                <a:solidFill>
                  <a:schemeClr val="bg2"/>
                </a:solidFill>
                <a:effectLst>
                  <a:reflection blurRad="6350" stA="53000" endA="300" endPos="35500" dir="5400000" sy="-90000" algn="bl" rotWithShape="0"/>
                </a:effectLst>
              </a:rPr>
              <a:t>Measures </a:t>
            </a:r>
          </a:p>
          <a:p>
            <a:pPr algn="ctr"/>
            <a:r>
              <a:rPr lang="en-US" sz="3200" b="1" dirty="0">
                <a:ln w="0"/>
                <a:solidFill>
                  <a:schemeClr val="bg2"/>
                </a:solidFill>
                <a:effectLst>
                  <a:reflection blurRad="6350" stA="53000" endA="300" endPos="35500" dir="5400000" sy="-90000" algn="bl" rotWithShape="0"/>
                </a:effectLst>
              </a:rPr>
              <a:t>DAX</a:t>
            </a:r>
          </a:p>
        </p:txBody>
      </p:sp>
      <p:sp>
        <p:nvSpPr>
          <p:cNvPr id="8" name="Scroll: Horizontal 7">
            <a:extLst>
              <a:ext uri="{FF2B5EF4-FFF2-40B4-BE49-F238E27FC236}">
                <a16:creationId xmlns:a16="http://schemas.microsoft.com/office/drawing/2014/main" id="{34FD467B-8A52-4A84-ABB4-A17692D33C4A}"/>
              </a:ext>
            </a:extLst>
          </p:cNvPr>
          <p:cNvSpPr/>
          <p:nvPr/>
        </p:nvSpPr>
        <p:spPr>
          <a:xfrm>
            <a:off x="5114923" y="277420"/>
            <a:ext cx="6819903" cy="1250155"/>
          </a:xfrm>
          <a:prstGeom prst="horizontalScroll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            </a:t>
            </a:r>
            <a:r>
              <a:rPr lang="en-US" b="1" dirty="0"/>
              <a:t>Avg Price =                     </a:t>
            </a:r>
          </a:p>
          <a:p>
            <a:r>
              <a:rPr lang="en-US" b="1" dirty="0"/>
              <a:t>               AVERAGE(houses_Madrid[buy_price])</a:t>
            </a:r>
          </a:p>
        </p:txBody>
      </p:sp>
      <p:sp>
        <p:nvSpPr>
          <p:cNvPr id="9" name="Scroll: Horizontal 8">
            <a:extLst>
              <a:ext uri="{FF2B5EF4-FFF2-40B4-BE49-F238E27FC236}">
                <a16:creationId xmlns:a16="http://schemas.microsoft.com/office/drawing/2014/main" id="{DC1D7B8C-B98D-4E3B-9BF3-F1DA14E7FED0}"/>
              </a:ext>
            </a:extLst>
          </p:cNvPr>
          <p:cNvSpPr/>
          <p:nvPr/>
        </p:nvSpPr>
        <p:spPr>
          <a:xfrm>
            <a:off x="5114924" y="1975546"/>
            <a:ext cx="6819904" cy="1250155"/>
          </a:xfrm>
          <a:prstGeom prst="horizontalScroll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               Avg Price per </a:t>
            </a:r>
            <a:r>
              <a:rPr lang="en-US" b="1" dirty="0" err="1"/>
              <a:t>SqM</a:t>
            </a:r>
            <a:r>
              <a:rPr lang="en-US" b="1" dirty="0"/>
              <a:t> = </a:t>
            </a:r>
          </a:p>
          <a:p>
            <a:r>
              <a:rPr lang="en-US" b="1" dirty="0"/>
              <a:t>               DIVIDE(AVERAGE(houses_Madrid[buy_price]),     </a:t>
            </a:r>
          </a:p>
          <a:p>
            <a:r>
              <a:rPr lang="en-US" b="1" dirty="0"/>
              <a:t>               AVERAGE(houses_Madrid[</a:t>
            </a:r>
            <a:r>
              <a:rPr lang="en-US" b="1" dirty="0" err="1"/>
              <a:t>sq_mt_built</a:t>
            </a:r>
            <a:r>
              <a:rPr lang="en-US" b="1" dirty="0"/>
              <a:t>]))</a:t>
            </a:r>
          </a:p>
        </p:txBody>
      </p:sp>
      <p:sp>
        <p:nvSpPr>
          <p:cNvPr id="10" name="Scroll: Horizontal 9">
            <a:extLst>
              <a:ext uri="{FF2B5EF4-FFF2-40B4-BE49-F238E27FC236}">
                <a16:creationId xmlns:a16="http://schemas.microsoft.com/office/drawing/2014/main" id="{E873F1F4-F420-416E-A086-0A0C42B89FF3}"/>
              </a:ext>
            </a:extLst>
          </p:cNvPr>
          <p:cNvSpPr/>
          <p:nvPr/>
        </p:nvSpPr>
        <p:spPr>
          <a:xfrm>
            <a:off x="5114924" y="3416498"/>
            <a:ext cx="6819902" cy="1250155"/>
          </a:xfrm>
          <a:prstGeom prst="horizontalScroll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               Investment Score = </a:t>
            </a:r>
          </a:p>
          <a:p>
            <a:r>
              <a:rPr lang="en-US" b="1" dirty="0"/>
              <a:t>               AVERAGE(houses_Madrid[</a:t>
            </a:r>
            <a:r>
              <a:rPr lang="en-US" b="1" dirty="0" err="1"/>
              <a:t>sq_mt_built</a:t>
            </a:r>
            <a:r>
              <a:rPr lang="en-US" b="1" dirty="0"/>
              <a:t>]) /    </a:t>
            </a:r>
          </a:p>
          <a:p>
            <a:r>
              <a:rPr lang="en-US" b="1" dirty="0"/>
              <a:t>               AVERAGE(houses_Madrid[</a:t>
            </a:r>
            <a:r>
              <a:rPr lang="en-US" b="1" dirty="0" err="1"/>
              <a:t>loan_int_rate</a:t>
            </a:r>
            <a:r>
              <a:rPr lang="en-US" b="1" dirty="0"/>
              <a:t>])</a:t>
            </a:r>
          </a:p>
        </p:txBody>
      </p:sp>
      <p:sp>
        <p:nvSpPr>
          <p:cNvPr id="11" name="Scroll: Horizontal 10">
            <a:extLst>
              <a:ext uri="{FF2B5EF4-FFF2-40B4-BE49-F238E27FC236}">
                <a16:creationId xmlns:a16="http://schemas.microsoft.com/office/drawing/2014/main" id="{7119EFB0-3C8C-4D98-AB04-DBC82FC705D5}"/>
              </a:ext>
            </a:extLst>
          </p:cNvPr>
          <p:cNvSpPr/>
          <p:nvPr/>
        </p:nvSpPr>
        <p:spPr>
          <a:xfrm>
            <a:off x="5114923" y="5219696"/>
            <a:ext cx="6819905" cy="1250155"/>
          </a:xfrm>
          <a:prstGeom prst="horizontalScroll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               Total Listings = COUNT(houses_Madrid[id])</a:t>
            </a:r>
          </a:p>
        </p:txBody>
      </p:sp>
      <p:pic>
        <p:nvPicPr>
          <p:cNvPr id="13" name="Graphic 12" descr="Dollar">
            <a:extLst>
              <a:ext uri="{FF2B5EF4-FFF2-40B4-BE49-F238E27FC236}">
                <a16:creationId xmlns:a16="http://schemas.microsoft.com/office/drawing/2014/main" id="{858D580F-0B01-4E5F-9248-5D714DC78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9712" y="521647"/>
            <a:ext cx="865584" cy="761699"/>
          </a:xfrm>
          <a:prstGeom prst="rect">
            <a:avLst/>
          </a:prstGeom>
        </p:spPr>
      </p:pic>
      <p:pic>
        <p:nvPicPr>
          <p:cNvPr id="15" name="Graphic 14" descr="Money">
            <a:extLst>
              <a:ext uri="{FF2B5EF4-FFF2-40B4-BE49-F238E27FC236}">
                <a16:creationId xmlns:a16="http://schemas.microsoft.com/office/drawing/2014/main" id="{64C86279-050A-4222-87C5-5BAC2FB5F6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0193" y="2130623"/>
            <a:ext cx="735807" cy="914400"/>
          </a:xfrm>
          <a:prstGeom prst="rect">
            <a:avLst/>
          </a:prstGeom>
        </p:spPr>
      </p:pic>
      <p:pic>
        <p:nvPicPr>
          <p:cNvPr id="17" name="Graphic 16" descr="Bank">
            <a:extLst>
              <a:ext uri="{FF2B5EF4-FFF2-40B4-BE49-F238E27FC236}">
                <a16:creationId xmlns:a16="http://schemas.microsoft.com/office/drawing/2014/main" id="{6E6A29A3-2B5A-45A5-9C49-C5B7B20E33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70896" y="3571575"/>
            <a:ext cx="914400" cy="914400"/>
          </a:xfrm>
          <a:prstGeom prst="rect">
            <a:avLst/>
          </a:prstGeom>
        </p:spPr>
      </p:pic>
      <p:pic>
        <p:nvPicPr>
          <p:cNvPr id="19" name="Graphic 18" descr="Checklist">
            <a:extLst>
              <a:ext uri="{FF2B5EF4-FFF2-40B4-BE49-F238E27FC236}">
                <a16:creationId xmlns:a16="http://schemas.microsoft.com/office/drawing/2014/main" id="{00422ECD-A278-44FC-A7E1-4266A4E8EC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73276" y="538757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393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4D1F330B-595F-42F6-97D6-A73EC51A0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193558"/>
            <a:ext cx="1197768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and Transformation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21CED4-0919-4175-8925-C5BC9FC92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63000"/>
                    </a14:imgEffect>
                    <a14:imgEffect>
                      <a14:colorTemperature colorTemp="6600"/>
                    </a14:imgEffect>
                    <a14:imgEffect>
                      <a14:saturation sat="25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894"/>
            <a:ext cx="12192000" cy="6799106"/>
          </a:xfrm>
          <a:prstGeom prst="rect">
            <a:avLst/>
          </a:prstGeom>
          <a:solidFill>
            <a:schemeClr val="bg2"/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A6D2C5A-26C3-4A1B-911B-B73BD146F7F8}"/>
              </a:ext>
            </a:extLst>
          </p:cNvPr>
          <p:cNvSpPr/>
          <p:nvPr/>
        </p:nvSpPr>
        <p:spPr>
          <a:xfrm>
            <a:off x="2512218" y="1645027"/>
            <a:ext cx="7381875" cy="4247317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Madrid housing dataset containing more than </a:t>
            </a:r>
            <a:r>
              <a:rPr lang="en-US" b="1" dirty="0"/>
              <a:t>22,000 listings</a:t>
            </a:r>
            <a:r>
              <a:rPr lang="en-US" dirty="0"/>
              <a:t> was cleaned and transformed before visualization.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Duplicate property records were identified using unique property IDs and duplicate indicators.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Data types for price, built area and interest rate fields were validated to prevent aggregation errors.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Numeric conversion issues present in certain records were corrected using Power Query transformations.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Additional DAX measures such as Average Price, Average Price per </a:t>
            </a:r>
            <a:r>
              <a:rPr lang="en-US" dirty="0" err="1"/>
              <a:t>SqM</a:t>
            </a:r>
            <a:r>
              <a:rPr lang="en-US" dirty="0"/>
              <a:t> and Investment Score were created to support analysis.</a:t>
            </a:r>
          </a:p>
        </p:txBody>
      </p:sp>
    </p:spTree>
    <p:extLst>
      <p:ext uri="{BB962C8B-B14F-4D97-AF65-F5344CB8AC3E}">
        <p14:creationId xmlns:p14="http://schemas.microsoft.com/office/powerpoint/2010/main" val="282240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283B65-27E1-451A-BB24-5D70899FC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833770"/>
              </p:ext>
            </p:extLst>
          </p:nvPr>
        </p:nvGraphicFramePr>
        <p:xfrm>
          <a:off x="3271837" y="2057400"/>
          <a:ext cx="7700964" cy="2933700"/>
        </p:xfrm>
        <a:graphic>
          <a:graphicData uri="http://schemas.openxmlformats.org/drawingml/2006/table">
            <a:tbl>
              <a:tblPr/>
              <a:tblGrid>
                <a:gridCol w="3850482">
                  <a:extLst>
                    <a:ext uri="{9D8B030D-6E8A-4147-A177-3AD203B41FA5}">
                      <a16:colId xmlns:a16="http://schemas.microsoft.com/office/drawing/2014/main" val="1707937254"/>
                    </a:ext>
                  </a:extLst>
                </a:gridCol>
                <a:gridCol w="3850482">
                  <a:extLst>
                    <a:ext uri="{9D8B030D-6E8A-4147-A177-3AD203B41FA5}">
                      <a16:colId xmlns:a16="http://schemas.microsoft.com/office/drawing/2014/main" val="750540618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r>
                        <a:rPr lang="en-US" dirty="0"/>
                        <a:t>Tool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103443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r>
                        <a:rPr lang="en-US" dirty="0"/>
                        <a:t>Power BI :-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Dashboard creation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7155147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r>
                        <a:rPr lang="en-US" dirty="0"/>
                        <a:t>Power Query :-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 cleaning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121618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r>
                        <a:rPr lang="en-US" dirty="0"/>
                        <a:t>DAX :-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KPI calculations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257438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r>
                        <a:rPr lang="en-US" dirty="0"/>
                        <a:t>CSV Dataset :-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23693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794F528D-0183-4727-BDE4-6C3DF42A7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47574"/>
            <a:ext cx="11963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Used in the 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515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3D3B53E-5B50-497F-8F3D-0BB9C25A0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7" y="269142"/>
            <a:ext cx="9177337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Madrid Market KPI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FD8BA9-26EC-4A71-9293-3055DA2DD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013" y="1171575"/>
            <a:ext cx="8230749" cy="175284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F1A240-4C11-4222-9D86-48472CCB2CEF}"/>
              </a:ext>
            </a:extLst>
          </p:cNvPr>
          <p:cNvSpPr/>
          <p:nvPr/>
        </p:nvSpPr>
        <p:spPr>
          <a:xfrm>
            <a:off x="3650454" y="3262729"/>
            <a:ext cx="670560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average property price of </a:t>
            </a:r>
            <a:r>
              <a:rPr lang="en-US" b="1" dirty="0"/>
              <a:t>€653.77K</a:t>
            </a:r>
            <a:r>
              <a:rPr lang="en-US" dirty="0"/>
              <a:t> indicates that Madrid represents a premium real estate market with strong demand for high-value properties.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An average price per square meter of </a:t>
            </a:r>
            <a:r>
              <a:rPr lang="en-US" b="1" dirty="0"/>
              <a:t>€4.48K</a:t>
            </a:r>
            <a:r>
              <a:rPr lang="en-US" dirty="0"/>
              <a:t> highlights the significant variation in property valuation based on location and amenities.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analysis is based on more than </a:t>
            </a:r>
            <a:r>
              <a:rPr lang="en-US" b="1" dirty="0"/>
              <a:t>22,000 listings</a:t>
            </a:r>
            <a:r>
              <a:rPr lang="en-US" dirty="0"/>
              <a:t>, improving the reliability and representativeness of the findings.</a:t>
            </a:r>
          </a:p>
        </p:txBody>
      </p:sp>
    </p:spTree>
    <p:extLst>
      <p:ext uri="{BB962C8B-B14F-4D97-AF65-F5344CB8AC3E}">
        <p14:creationId xmlns:p14="http://schemas.microsoft.com/office/powerpoint/2010/main" val="1463374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A776ED-0139-456A-9876-107AE5AAD079}"/>
              </a:ext>
            </a:extLst>
          </p:cNvPr>
          <p:cNvSpPr/>
          <p:nvPr/>
        </p:nvSpPr>
        <p:spPr>
          <a:xfrm>
            <a:off x="138113" y="0"/>
            <a:ext cx="350043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3C0C32-3171-4B9E-97DE-43BF0C32F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7613" y="355727"/>
            <a:ext cx="8539162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Pool Feature Price Analysis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17BAF0-7B96-4617-8CD1-12FC629FD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211" y="2126645"/>
            <a:ext cx="5434011" cy="30388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BD1F59-1859-4A2D-A82C-7D841466211F}"/>
              </a:ext>
            </a:extLst>
          </p:cNvPr>
          <p:cNvSpPr/>
          <p:nvPr/>
        </p:nvSpPr>
        <p:spPr>
          <a:xfrm>
            <a:off x="257176" y="990970"/>
            <a:ext cx="31623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Properties with swimming pools show an average price of approximately </a:t>
            </a:r>
            <a:r>
              <a:rPr lang="en-US" b="1" dirty="0">
                <a:solidFill>
                  <a:srgbClr val="002060"/>
                </a:solidFill>
              </a:rPr>
              <a:t>€878.87K</a:t>
            </a:r>
            <a:r>
              <a:rPr lang="en-US" dirty="0">
                <a:solidFill>
                  <a:srgbClr val="002060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Properties without pools average around </a:t>
            </a:r>
            <a:r>
              <a:rPr lang="en-US" b="1" dirty="0">
                <a:solidFill>
                  <a:srgbClr val="002060"/>
                </a:solidFill>
              </a:rPr>
              <a:t>€587.87K</a:t>
            </a:r>
            <a:r>
              <a:rPr lang="en-US" dirty="0">
                <a:solidFill>
                  <a:srgbClr val="002060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Pool availability increases average prices by approximately </a:t>
            </a:r>
            <a:r>
              <a:rPr lang="en-US" b="1" dirty="0">
                <a:solidFill>
                  <a:srgbClr val="002060"/>
                </a:solidFill>
              </a:rPr>
              <a:t>49.5%</a:t>
            </a:r>
            <a:r>
              <a:rPr lang="en-US" dirty="0">
                <a:solidFill>
                  <a:srgbClr val="002060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rgbClr val="002060"/>
                </a:solidFill>
                <a:latin typeface="Arial" panose="020B0604020202020204" pitchFamily="34" charset="0"/>
              </a:rPr>
              <a:t>Buyers are willing to pay premium prices for pool amenities.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8" name="Graphic 7" descr="Swimming">
            <a:extLst>
              <a:ext uri="{FF2B5EF4-FFF2-40B4-BE49-F238E27FC236}">
                <a16:creationId xmlns:a16="http://schemas.microsoft.com/office/drawing/2014/main" id="{B73FA490-1752-4DBD-8C9E-F0FCEB5A3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34476" y="5489913"/>
            <a:ext cx="3162299" cy="1368087"/>
          </a:xfrm>
          <a:prstGeom prst="rect">
            <a:avLst/>
          </a:prstGeom>
        </p:spPr>
      </p:pic>
      <p:pic>
        <p:nvPicPr>
          <p:cNvPr id="10" name="Graphic 9" descr="Beach umbrella">
            <a:extLst>
              <a:ext uri="{FF2B5EF4-FFF2-40B4-BE49-F238E27FC236}">
                <a16:creationId xmlns:a16="http://schemas.microsoft.com/office/drawing/2014/main" id="{4ED23BEF-6A8C-4D83-BB56-EA7C465691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43349" y="363601"/>
            <a:ext cx="914400" cy="144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929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ADC33AA-13F2-477F-866F-DAA0AC1D4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" y="0"/>
            <a:ext cx="119919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Garden Feature Price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0F707A-1306-40C5-A91A-433B98877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707" y="1200329"/>
            <a:ext cx="8141569" cy="258532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61FEAC-FA21-4520-9168-023BEE0B3A69}"/>
              </a:ext>
            </a:extLst>
          </p:cNvPr>
          <p:cNvSpPr/>
          <p:nvPr/>
        </p:nvSpPr>
        <p:spPr>
          <a:xfrm>
            <a:off x="3883743" y="4272677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Properties with gardens average nearly </a:t>
            </a:r>
            <a:r>
              <a:rPr lang="en-US" b="1" dirty="0"/>
              <a:t>€1.90M</a:t>
            </a:r>
            <a:r>
              <a:rPr lang="en-US" dirty="0"/>
              <a:t> compared to </a:t>
            </a:r>
            <a:r>
              <a:rPr lang="en-US" b="1" dirty="0"/>
              <a:t>€0.70M</a:t>
            </a:r>
            <a:r>
              <a:rPr lang="en-US" dirty="0"/>
              <a:t> for properties without gardens.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Garden availability contributes to approximately </a:t>
            </a:r>
            <a:r>
              <a:rPr lang="en-US" b="1" dirty="0"/>
              <a:t>171% higher valuation</a:t>
            </a:r>
            <a:r>
              <a:rPr lang="en-US" dirty="0"/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Garden availability increases property attractiveness.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Premium outdoor amenities positively influence market value.</a:t>
            </a:r>
          </a:p>
          <a:p>
            <a:endParaRPr lang="en-US" dirty="0"/>
          </a:p>
        </p:txBody>
      </p:sp>
      <p:pic>
        <p:nvPicPr>
          <p:cNvPr id="7" name="Graphic 6" descr="Plant">
            <a:extLst>
              <a:ext uri="{FF2B5EF4-FFF2-40B4-BE49-F238E27FC236}">
                <a16:creationId xmlns:a16="http://schemas.microsoft.com/office/drawing/2014/main" id="{225DCC5E-3423-4B7C-9B47-A2BAB173E3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5096" y="4483511"/>
            <a:ext cx="1646903" cy="2374490"/>
          </a:xfrm>
          <a:prstGeom prst="rect">
            <a:avLst/>
          </a:prstGeom>
        </p:spPr>
      </p:pic>
      <p:pic>
        <p:nvPicPr>
          <p:cNvPr id="9" name="Graphic 8" descr="Watering pot">
            <a:extLst>
              <a:ext uri="{FF2B5EF4-FFF2-40B4-BE49-F238E27FC236}">
                <a16:creationId xmlns:a16="http://schemas.microsoft.com/office/drawing/2014/main" id="{346580DB-F6C8-49E1-9A2A-56E4E3888D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36953" y="142964"/>
            <a:ext cx="1100753" cy="914400"/>
          </a:xfrm>
          <a:prstGeom prst="rect">
            <a:avLst/>
          </a:prstGeom>
        </p:spPr>
      </p:pic>
      <p:pic>
        <p:nvPicPr>
          <p:cNvPr id="11" name="Graphic 10" descr="Flower without stem">
            <a:extLst>
              <a:ext uri="{FF2B5EF4-FFF2-40B4-BE49-F238E27FC236}">
                <a16:creationId xmlns:a16="http://schemas.microsoft.com/office/drawing/2014/main" id="{968B366E-E8DF-4B08-8534-385E6FC9B9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39329" y="2242780"/>
            <a:ext cx="914400" cy="914400"/>
          </a:xfrm>
          <a:prstGeom prst="rect">
            <a:avLst/>
          </a:prstGeom>
        </p:spPr>
      </p:pic>
      <p:pic>
        <p:nvPicPr>
          <p:cNvPr id="12" name="Graphic 11" descr="Flower without stem">
            <a:extLst>
              <a:ext uri="{FF2B5EF4-FFF2-40B4-BE49-F238E27FC236}">
                <a16:creationId xmlns:a16="http://schemas.microsoft.com/office/drawing/2014/main" id="{058747B3-6C13-452C-BBB7-19CE2A335B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324" y="1121390"/>
            <a:ext cx="914400" cy="914400"/>
          </a:xfrm>
          <a:prstGeom prst="rect">
            <a:avLst/>
          </a:prstGeom>
        </p:spPr>
      </p:pic>
      <p:pic>
        <p:nvPicPr>
          <p:cNvPr id="13" name="Graphic 12" descr="Flower without stem">
            <a:extLst>
              <a:ext uri="{FF2B5EF4-FFF2-40B4-BE49-F238E27FC236}">
                <a16:creationId xmlns:a16="http://schemas.microsoft.com/office/drawing/2014/main" id="{328A0835-883B-495A-BE20-9426D1D3EF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75706" y="1092059"/>
            <a:ext cx="914400" cy="914400"/>
          </a:xfrm>
          <a:prstGeom prst="rect">
            <a:avLst/>
          </a:prstGeom>
        </p:spPr>
      </p:pic>
      <p:pic>
        <p:nvPicPr>
          <p:cNvPr id="14" name="Graphic 13" descr="Flower without stem">
            <a:extLst>
              <a:ext uri="{FF2B5EF4-FFF2-40B4-BE49-F238E27FC236}">
                <a16:creationId xmlns:a16="http://schemas.microsoft.com/office/drawing/2014/main" id="{BB9AFB61-4A14-48C0-AD18-579F3632F0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70907" y="261538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045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D27D1D61-5DEC-4F6B-A7B0-B3169693AA21}"/>
              </a:ext>
            </a:extLst>
          </p:cNvPr>
          <p:cNvSpPr/>
          <p:nvPr/>
        </p:nvSpPr>
        <p:spPr>
          <a:xfrm>
            <a:off x="5164931" y="1223520"/>
            <a:ext cx="6407944" cy="4437768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738D54-1561-40DE-8B7A-1F633A785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188982"/>
            <a:ext cx="1197768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Development Property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A1FC02-C298-4065-A329-88E9F0A8C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13" y="1223520"/>
            <a:ext cx="4100512" cy="49486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3C04746-7E67-4C6A-9E21-D01A9285D25F}"/>
              </a:ext>
            </a:extLst>
          </p:cNvPr>
          <p:cNvSpPr/>
          <p:nvPr/>
        </p:nvSpPr>
        <p:spPr>
          <a:xfrm>
            <a:off x="5476875" y="1396082"/>
            <a:ext cx="6096000" cy="437042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Newly developed properties average approximately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€658.54K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developments average approximately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€587.87K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developments command approximately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12% higher prices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 infrastructure increases buyer demand.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development projects offer strong investment potential.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709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E68682-80C7-42F8-96F1-D48B0E68DECB}"/>
              </a:ext>
            </a:extLst>
          </p:cNvPr>
          <p:cNvSpPr/>
          <p:nvPr/>
        </p:nvSpPr>
        <p:spPr>
          <a:xfrm>
            <a:off x="185736" y="4479844"/>
            <a:ext cx="12006264" cy="2386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FE3EAB-1F6A-4B84-99AC-4A80D0279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01054"/>
            <a:ext cx="119634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House Type Market Segmentation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036842-AAD1-4F08-B61D-DAE6FCB18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612" y="1084271"/>
            <a:ext cx="6792273" cy="321037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C3CDB04-8201-495A-B4B7-2ED49D30CB9D}"/>
              </a:ext>
            </a:extLst>
          </p:cNvPr>
          <p:cNvSpPr/>
          <p:nvPr/>
        </p:nvSpPr>
        <p:spPr>
          <a:xfrm>
            <a:off x="2264569" y="4649331"/>
            <a:ext cx="789146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002060"/>
                </a:solidFill>
              </a:rPr>
              <a:t>Significant variation exists in pricing across property categories.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2"/>
                </a:solidFill>
              </a:rPr>
              <a:t>Áticos and Duplex </a:t>
            </a:r>
            <a:r>
              <a:rPr lang="en-US" b="1" dirty="0">
                <a:solidFill>
                  <a:srgbClr val="002060"/>
                </a:solidFill>
              </a:rPr>
              <a:t>properties demonstrate premium market positioning.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2"/>
                </a:solidFill>
              </a:rPr>
              <a:t>Casa o Chalet </a:t>
            </a:r>
            <a:r>
              <a:rPr lang="en-US" b="1" dirty="0">
                <a:solidFill>
                  <a:srgbClr val="002060"/>
                </a:solidFill>
              </a:rPr>
              <a:t>properties provide larger living areas and attract long term investors.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002060"/>
                </a:solidFill>
              </a:rPr>
              <a:t>Different property categories target different customer groups and investment strategies.</a:t>
            </a:r>
          </a:p>
        </p:txBody>
      </p:sp>
    </p:spTree>
    <p:extLst>
      <p:ext uri="{BB962C8B-B14F-4D97-AF65-F5344CB8AC3E}">
        <p14:creationId xmlns:p14="http://schemas.microsoft.com/office/powerpoint/2010/main" val="929447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2886E7F-F265-4593-BAA7-38E3FD415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" y="186779"/>
            <a:ext cx="11991975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Investment Opportunity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91885F-E03B-4EAB-AA45-C457F8DA6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9" y="1100656"/>
            <a:ext cx="6015036" cy="29130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680CD4E-006D-4256-A089-D3D8E2C61007}"/>
              </a:ext>
            </a:extLst>
          </p:cNvPr>
          <p:cNvSpPr/>
          <p:nvPr/>
        </p:nvSpPr>
        <p:spPr>
          <a:xfrm>
            <a:off x="3276599" y="4272677"/>
            <a:ext cx="693895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Casa o Chalet properties generate an investment score approximately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2.3 times higher than Duplex properties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Premium properties provide higher selling prices but not always the highest investment efficiency.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High square meter properties with lower loan interest rates provide    better ROI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Investment score helps identify profitable property categories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Investors can use these insights for decision making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306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E2CFF1-55CA-4951-81D2-B5A83CB158DC}"/>
              </a:ext>
            </a:extLst>
          </p:cNvPr>
          <p:cNvSpPr/>
          <p:nvPr/>
        </p:nvSpPr>
        <p:spPr>
          <a:xfrm>
            <a:off x="228601" y="0"/>
            <a:ext cx="119633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/>
              <a:t>Interactive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F93D9A-1185-4193-992D-7D3BCA947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185" y="830998"/>
            <a:ext cx="9973277" cy="576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171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1CA118-6394-490A-9E87-AD1A7145559C}"/>
              </a:ext>
            </a:extLst>
          </p:cNvPr>
          <p:cNvSpPr/>
          <p:nvPr/>
        </p:nvSpPr>
        <p:spPr>
          <a:xfrm>
            <a:off x="2147887" y="275627"/>
            <a:ext cx="881062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Business Recommendations</a:t>
            </a:r>
          </a:p>
          <a:p>
            <a:endParaRPr lang="en-US" sz="4400" b="1" dirty="0"/>
          </a:p>
          <a:p>
            <a:endParaRPr lang="en-US" sz="44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5813BF5-09DD-42B2-BDEB-F7379EC8FBE5}"/>
              </a:ext>
            </a:extLst>
          </p:cNvPr>
          <p:cNvSpPr/>
          <p:nvPr/>
        </p:nvSpPr>
        <p:spPr>
          <a:xfrm>
            <a:off x="2486024" y="1213618"/>
            <a:ext cx="9144000" cy="814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Investors should focus on premium property segments such as Áticos and Duplex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83D085C-23F5-487C-BF3E-F3342591DC6D}"/>
              </a:ext>
            </a:extLst>
          </p:cNvPr>
          <p:cNvSpPr/>
          <p:nvPr/>
        </p:nvSpPr>
        <p:spPr>
          <a:xfrm>
            <a:off x="2486024" y="5644382"/>
            <a:ext cx="9144000" cy="814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Interactive dashboards help stakeholders make data-driven decisions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F14EBE-4468-45C6-B7AF-6952C343B40B}"/>
              </a:ext>
            </a:extLst>
          </p:cNvPr>
          <p:cNvSpPr/>
          <p:nvPr/>
        </p:nvSpPr>
        <p:spPr>
          <a:xfrm>
            <a:off x="2486024" y="2281568"/>
            <a:ext cx="9144000" cy="814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Use price per square meter alongside property price for valuation decisions.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187200-DEA6-4025-A41C-823AE6F4C23D}"/>
              </a:ext>
            </a:extLst>
          </p:cNvPr>
          <p:cNvSpPr/>
          <p:nvPr/>
        </p:nvSpPr>
        <p:spPr>
          <a:xfrm>
            <a:off x="2486024" y="4503356"/>
            <a:ext cx="9144000" cy="814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New development projects have strong pricing potential 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03148F-9E75-41FF-ACD4-E6779E64D962}"/>
              </a:ext>
            </a:extLst>
          </p:cNvPr>
          <p:cNvSpPr/>
          <p:nvPr/>
        </p:nvSpPr>
        <p:spPr>
          <a:xfrm>
            <a:off x="2486024" y="3398907"/>
            <a:ext cx="9144000" cy="814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Properties with luxury amenities offer higher market value 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59028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croll: Horizontal 4">
            <a:extLst>
              <a:ext uri="{FF2B5EF4-FFF2-40B4-BE49-F238E27FC236}">
                <a16:creationId xmlns:a16="http://schemas.microsoft.com/office/drawing/2014/main" id="{F153D260-6930-48C9-9618-F65042BBE4D5}"/>
              </a:ext>
            </a:extLst>
          </p:cNvPr>
          <p:cNvSpPr/>
          <p:nvPr/>
        </p:nvSpPr>
        <p:spPr>
          <a:xfrm>
            <a:off x="2900363" y="630675"/>
            <a:ext cx="8443911" cy="5641538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1311C9-B42A-4AAA-8546-50CCC378C421}"/>
              </a:ext>
            </a:extLst>
          </p:cNvPr>
          <p:cNvSpPr/>
          <p:nvPr/>
        </p:nvSpPr>
        <p:spPr>
          <a:xfrm>
            <a:off x="3047999" y="135791"/>
            <a:ext cx="829627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Conclusion:</a:t>
            </a:r>
          </a:p>
          <a:p>
            <a:pPr algn="ctr"/>
            <a:endParaRPr lang="en-US" sz="4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463701-5CD2-4D43-8409-6FE8788633D4}"/>
              </a:ext>
            </a:extLst>
          </p:cNvPr>
          <p:cNvSpPr/>
          <p:nvPr/>
        </p:nvSpPr>
        <p:spPr>
          <a:xfrm>
            <a:off x="3943352" y="1720840"/>
            <a:ext cx="678655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The Madrid Real Estate Analysis project successfully transformed raw housing data into actionable business insights using Power BI.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The analysis identified key pricing drivers, premium amenities and profitable investment opportunities.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Property features such as pools, gardens and new developments demonstrated significant influence on market valuation.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Market segmentation and investment scoring enabled identification of high-potential property categories.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The project demonstrated practical capabilities in data cleaning, modelling, visualization and business storytelling.</a:t>
            </a:r>
          </a:p>
        </p:txBody>
      </p:sp>
    </p:spTree>
    <p:extLst>
      <p:ext uri="{BB962C8B-B14F-4D97-AF65-F5344CB8AC3E}">
        <p14:creationId xmlns:p14="http://schemas.microsoft.com/office/powerpoint/2010/main" val="4163942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7A50EC-13A2-4E30-BDC3-29B764C446FA}"/>
              </a:ext>
            </a:extLst>
          </p:cNvPr>
          <p:cNvSpPr/>
          <p:nvPr/>
        </p:nvSpPr>
        <p:spPr>
          <a:xfrm>
            <a:off x="214313" y="2494687"/>
            <a:ext cx="1197768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148839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751</TotalTime>
  <Words>783</Words>
  <Application>Microsoft Office PowerPoint</Application>
  <PresentationFormat>Widescreen</PresentationFormat>
  <Paragraphs>123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Rounded MT Bold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27</cp:revision>
  <dcterms:created xsi:type="dcterms:W3CDTF">2026-05-02T04:52:22Z</dcterms:created>
  <dcterms:modified xsi:type="dcterms:W3CDTF">2026-06-25T15:00:43Z</dcterms:modified>
</cp:coreProperties>
</file>